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ags/tag2.xml" ContentType="application/vnd.openxmlformats-officedocument.presentationml.tags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  <p:sldMasterId id="2147483754" r:id="rId5"/>
  </p:sldMasterIdLst>
  <p:notesMasterIdLst>
    <p:notesMasterId r:id="rId7"/>
  </p:notesMasterIdLst>
  <p:sldIdLst>
    <p:sldId id="277" r:id="rId6"/>
  </p:sldIdLst>
  <p:sldSz cx="10691813" cy="7559675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367" userDrawn="1">
          <p15:clr>
            <a:srgbClr val="A4A3A4"/>
          </p15:clr>
        </p15:guide>
        <p15:guide id="3" orient="horz" pos="4109" userDrawn="1">
          <p15:clr>
            <a:srgbClr val="A4A3A4"/>
          </p15:clr>
        </p15:guide>
        <p15:guide id="4" orient="horz" pos="43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2D97D5-EA99-6749-E664-10E0BFDAD51E}" name="Marikit Klein-Smith" initials="MK" userId="S::marikit.kleinsmith@ey.com::eade0072-422b-4564-8854-a62116e561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C4CD"/>
    <a:srgbClr val="747480"/>
    <a:srgbClr val="2E2E38"/>
    <a:srgbClr val="FFE600"/>
    <a:srgbClr val="2D2E39"/>
    <a:srgbClr val="FAE80B"/>
    <a:srgbClr val="F6F6FA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5736AE-2B4D-4B7E-B896-ADD3D6B2BA35}" v="2" dt="2025-02-14T12:00:03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52" y="60"/>
      </p:cViewPr>
      <p:guideLst>
        <p:guide orient="horz" pos="2381"/>
        <p:guide pos="3367"/>
        <p:guide orient="horz" pos="4109"/>
        <p:guide orient="horz" pos="4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Biel" userId="ee1a03a6-ae04-44d1-b823-d97f549c10ae" providerId="ADAL" clId="{365736AE-2B4D-4B7E-B896-ADD3D6B2BA35}"/>
    <pc:docChg chg="custSel modSld">
      <pc:chgData name="Anna Biel" userId="ee1a03a6-ae04-44d1-b823-d97f549c10ae" providerId="ADAL" clId="{365736AE-2B4D-4B7E-B896-ADD3D6B2BA35}" dt="2025-02-14T12:00:08.415" v="13" actId="1076"/>
      <pc:docMkLst>
        <pc:docMk/>
      </pc:docMkLst>
      <pc:sldChg chg="addSp modSp mod">
        <pc:chgData name="Anna Biel" userId="ee1a03a6-ae04-44d1-b823-d97f549c10ae" providerId="ADAL" clId="{365736AE-2B4D-4B7E-B896-ADD3D6B2BA35}" dt="2025-02-14T12:00:08.415" v="13" actId="1076"/>
        <pc:sldMkLst>
          <pc:docMk/>
          <pc:sldMk cId="1402642887" sldId="277"/>
        </pc:sldMkLst>
        <pc:spChg chg="mod">
          <ac:chgData name="Anna Biel" userId="ee1a03a6-ae04-44d1-b823-d97f549c10ae" providerId="ADAL" clId="{365736AE-2B4D-4B7E-B896-ADD3D6B2BA35}" dt="2025-02-14T10:27:18.047" v="4" actId="1036"/>
          <ac:spMkLst>
            <pc:docMk/>
            <pc:sldMk cId="1402642887" sldId="277"/>
            <ac:spMk id="4" creationId="{6A93213F-C442-1A07-2609-EF42D2616734}"/>
          </ac:spMkLst>
        </pc:spChg>
        <pc:spChg chg="mod">
          <ac:chgData name="Anna Biel" userId="ee1a03a6-ae04-44d1-b823-d97f549c10ae" providerId="ADAL" clId="{365736AE-2B4D-4B7E-B896-ADD3D6B2BA35}" dt="2025-02-14T10:27:18.047" v="4" actId="1036"/>
          <ac:spMkLst>
            <pc:docMk/>
            <pc:sldMk cId="1402642887" sldId="277"/>
            <ac:spMk id="11" creationId="{71978308-D202-DBC5-98CF-8C8B570442F8}"/>
          </ac:spMkLst>
        </pc:spChg>
        <pc:picChg chg="add mod">
          <ac:chgData name="Anna Biel" userId="ee1a03a6-ae04-44d1-b823-d97f549c10ae" providerId="ADAL" clId="{365736AE-2B4D-4B7E-B896-ADD3D6B2BA35}" dt="2025-02-14T10:27:59.459" v="7" actId="1076"/>
          <ac:picMkLst>
            <pc:docMk/>
            <pc:sldMk cId="1402642887" sldId="277"/>
            <ac:picMk id="3" creationId="{F607639F-3825-179F-7E24-46908538CB9E}"/>
          </ac:picMkLst>
        </pc:picChg>
        <pc:picChg chg="add mod">
          <ac:chgData name="Anna Biel" userId="ee1a03a6-ae04-44d1-b823-d97f549c10ae" providerId="ADAL" clId="{365736AE-2B4D-4B7E-B896-ADD3D6B2BA35}" dt="2025-02-14T12:00:08.415" v="13" actId="1076"/>
          <ac:picMkLst>
            <pc:docMk/>
            <pc:sldMk cId="1402642887" sldId="277"/>
            <ac:picMk id="14" creationId="{95C4C7D3-D659-F544-44D2-D286415FDF3A}"/>
          </ac:picMkLst>
        </pc:picChg>
        <pc:cxnChg chg="mod">
          <ac:chgData name="Anna Biel" userId="ee1a03a6-ae04-44d1-b823-d97f549c10ae" providerId="ADAL" clId="{365736AE-2B4D-4B7E-B896-ADD3D6B2BA35}" dt="2025-02-14T10:27:12.006" v="2" actId="554"/>
          <ac:cxnSpMkLst>
            <pc:docMk/>
            <pc:sldMk cId="1402642887" sldId="277"/>
            <ac:cxnSpMk id="12" creationId="{326FACFB-26DE-0925-A2A8-9C2E4E863C04}"/>
          </ac:cxnSpMkLst>
        </pc:cxnChg>
        <pc:cxnChg chg="mod">
          <ac:chgData name="Anna Biel" userId="ee1a03a6-ae04-44d1-b823-d97f549c10ae" providerId="ADAL" clId="{365736AE-2B4D-4B7E-B896-ADD3D6B2BA35}" dt="2025-02-14T10:27:12.006" v="2" actId="554"/>
          <ac:cxnSpMkLst>
            <pc:docMk/>
            <pc:sldMk cId="1402642887" sldId="277"/>
            <ac:cxnSpMk id="13" creationId="{E8B2BA2E-06CA-3778-D428-0CC3E4F7F0D8}"/>
          </ac:cxnSpMkLst>
        </pc:cxnChg>
      </pc:sldChg>
    </pc:docChg>
  </pc:docChgLst>
</pc:chgInfo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A6EE5-A575-49BE-94AC-084D560828E8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ABD20-FD9C-4D04-9F28-FDC6210EEA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77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53.xml.rels><?xml version="1.0" encoding="UTF-8" standalone="yes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58.xml.rels><?xml version="1.0" encoding="UTF-8" standalone="yes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59.xml.rels><?xml version="1.0" encoding="UTF-8" standalone="yes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9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/>
        </p:nvSpPr>
        <p:spPr>
          <a:xfrm>
            <a:off x="436596" y="877070"/>
            <a:ext cx="4321490" cy="3947923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8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79727" y="2154167"/>
            <a:ext cx="3794294" cy="1079940"/>
          </a:xfrm>
        </p:spPr>
        <p:txBody>
          <a:bodyPr/>
          <a:lstStyle>
            <a:lvl1pPr>
              <a:defRPr sz="2630" b="0">
                <a:solidFill>
                  <a:schemeClr val="tx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79727" y="3357826"/>
            <a:ext cx="3794294" cy="1153377"/>
          </a:xfrm>
        </p:spPr>
        <p:txBody>
          <a:bodyPr/>
          <a:lstStyle>
            <a:lvl1pPr marL="0" indent="0" algn="l">
              <a:spcAft>
                <a:spcPts val="1052"/>
              </a:spcAft>
              <a:buNone/>
              <a:defRPr sz="1753">
                <a:solidFill>
                  <a:schemeClr val="tx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402" b="1">
                <a:solidFill>
                  <a:srgbClr val="404040"/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/>
        </p:nvSpPr>
        <p:spPr>
          <a:xfrm>
            <a:off x="404928" y="6178696"/>
            <a:ext cx="916003" cy="21779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052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8532" y="6635041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8532" y="6852878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4927" y="6519798"/>
            <a:ext cx="504862" cy="634933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789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/>
        </p:nvCxnSpPr>
        <p:spPr>
          <a:xfrm>
            <a:off x="1168532" y="6293181"/>
            <a:ext cx="7118994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">
            <a:extLst>
              <a:ext uri="{FF2B5EF4-FFF2-40B4-BE49-F238E27FC236}">
                <a16:creationId xmlns:a16="http://schemas.microsoft.com/office/drawing/2014/main" id="{6B891F47-1BBE-4926-81DF-B17907D2F8E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A2A4AEF-C603-4360-9387-8879E7186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54797EE6-BAEA-4DA7-95C2-6B09B77D31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</p:spTree>
    <p:extLst>
      <p:ext uri="{BB962C8B-B14F-4D97-AF65-F5344CB8AC3E}">
        <p14:creationId xmlns:p14="http://schemas.microsoft.com/office/powerpoint/2010/main" val="2413420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4B0007-DA02-48C7-9137-9386DFC24A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0691813" cy="7559675"/>
          </a:xfrm>
          <a:prstGeom prst="rect">
            <a:avLst/>
          </a:prstGeom>
        </p:spPr>
      </p:pic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/>
        </p:nvSpPr>
        <p:spPr>
          <a:xfrm>
            <a:off x="436596" y="877070"/>
            <a:ext cx="4321490" cy="3947923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8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79727" y="2154167"/>
            <a:ext cx="3794294" cy="1079940"/>
          </a:xfrm>
        </p:spPr>
        <p:txBody>
          <a:bodyPr/>
          <a:lstStyle>
            <a:lvl1pPr>
              <a:defRPr sz="2630" b="0">
                <a:solidFill>
                  <a:schemeClr val="tx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79727" y="3357826"/>
            <a:ext cx="3794294" cy="1153377"/>
          </a:xfrm>
        </p:spPr>
        <p:txBody>
          <a:bodyPr/>
          <a:lstStyle>
            <a:lvl1pPr marL="0" indent="0" algn="l">
              <a:spcAft>
                <a:spcPts val="1052"/>
              </a:spcAft>
              <a:buNone/>
              <a:defRPr sz="1753">
                <a:solidFill>
                  <a:schemeClr val="tx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402" b="1">
                <a:solidFill>
                  <a:srgbClr val="404040"/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C8422AE9-8257-41A9-AB41-1F10585C886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D19659BD-653C-4300-9060-420AFAE39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4669336-72A1-4233-827A-C41AB4C1CC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</p:spTree>
    <p:extLst>
      <p:ext uri="{BB962C8B-B14F-4D97-AF65-F5344CB8AC3E}">
        <p14:creationId xmlns:p14="http://schemas.microsoft.com/office/powerpoint/2010/main" val="294220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/>
        </p:nvGrpSpPr>
        <p:grpSpPr>
          <a:xfrm>
            <a:off x="436597" y="6422761"/>
            <a:ext cx="3399074" cy="628534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moveTo>
                    <a:pt x="25" y="12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53"/>
                  </a:lnTo>
                  <a:lnTo>
                    <a:pt x="25" y="1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moveTo>
                    <a:pt x="1" y="53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close/>
                  <a:close/>
                  <a:lnTo>
                    <a:pt x="1" y="5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moveTo>
                    <a:pt x="26" y="20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moveTo>
                    <a:pt x="25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moveTo>
                    <a:pt x="24" y="22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39"/>
                  </a:lnTo>
                  <a:lnTo>
                    <a:pt x="24" y="2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6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moveTo>
                    <a:pt x="27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moveTo>
                    <a:pt x="24" y="26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53"/>
                  </a:lnTo>
                  <a:lnTo>
                    <a:pt x="24" y="26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moveTo>
                    <a:pt x="27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" name="Group 4">
            <a:extLst>
              <a:ext uri="{FF2B5EF4-FFF2-40B4-BE49-F238E27FC236}">
                <a16:creationId xmlns:a16="http://schemas.microsoft.com/office/drawing/2014/main" id="{89402076-F24D-44C5-B8A7-1127F9C4B9B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A239DDBF-0740-4B20-9CF3-A05C2A0BF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06" name="Freeform 6">
              <a:extLst>
                <a:ext uri="{FF2B5EF4-FFF2-40B4-BE49-F238E27FC236}">
                  <a16:creationId xmlns:a16="http://schemas.microsoft.com/office/drawing/2014/main" id="{380EECCA-3396-425E-AB04-F11ABB1B50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828184" y="2379158"/>
            <a:ext cx="4193057" cy="948432"/>
          </a:xfrm>
          <a:prstGeom prst="rect">
            <a:avLst/>
          </a:prstGeo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828353" y="3527770"/>
            <a:ext cx="4214220" cy="7118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753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402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/>
        </p:nvSpPr>
        <p:spPr>
          <a:xfrm>
            <a:off x="428928" y="797699"/>
            <a:ext cx="4979329" cy="3806176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28928" y="4433241"/>
            <a:ext cx="132918" cy="167163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679020" y="4433241"/>
            <a:ext cx="132918" cy="167163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929008" y="4433241"/>
            <a:ext cx="132918" cy="167163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</p:spTree>
    <p:extLst>
      <p:ext uri="{BB962C8B-B14F-4D97-AF65-F5344CB8AC3E}">
        <p14:creationId xmlns:p14="http://schemas.microsoft.com/office/powerpoint/2010/main" val="3442932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32889845-07EE-48FB-A972-F8ECF1EF87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0691813" cy="7559675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819BCB30-E1AA-4383-BEF0-0BE30C6425D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928" y="958547"/>
            <a:ext cx="4249277" cy="4336314"/>
          </a:xfrm>
          <a:prstGeom prst="rect">
            <a:avLst/>
          </a:prstGeom>
        </p:spPr>
      </p:pic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/>
        </p:nvGrpSpPr>
        <p:grpSpPr>
          <a:xfrm>
            <a:off x="436597" y="6422761"/>
            <a:ext cx="3399074" cy="628534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moveTo>
                    <a:pt x="25" y="12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53"/>
                  </a:lnTo>
                  <a:lnTo>
                    <a:pt x="25" y="1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moveTo>
                    <a:pt x="1" y="53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close/>
                  <a:close/>
                  <a:lnTo>
                    <a:pt x="1" y="5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moveTo>
                    <a:pt x="26" y="20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moveTo>
                    <a:pt x="25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moveTo>
                    <a:pt x="24" y="22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39"/>
                  </a:lnTo>
                  <a:lnTo>
                    <a:pt x="24" y="2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6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moveTo>
                    <a:pt x="27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moveTo>
                    <a:pt x="24" y="26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53"/>
                  </a:lnTo>
                  <a:lnTo>
                    <a:pt x="24" y="26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moveTo>
                    <a:pt x="27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id="{A63454B3-EB4E-450A-98AA-6B5943D8973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C4ED221A-C963-42C0-91ED-C597F6BDA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7956D1CB-5F24-4766-80AE-D755153834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184" y="2379158"/>
            <a:ext cx="3506369" cy="948432"/>
          </a:xfrm>
          <a:prstGeom prst="rect">
            <a:avLst/>
          </a:prstGeo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352" y="3527770"/>
            <a:ext cx="3524067" cy="7118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753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402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63236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DA9741B6-D337-4A18-8ECB-FB21A6953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806A2-2AA7-4EC7-8FA5-6DD8E9FC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6F6B4-9E49-490D-8FE1-DB903509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35AEC-478D-4BBF-9883-4CE09EB3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C5F387F-0A77-424D-88D8-FFE5F0CA2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91" y="1254346"/>
            <a:ext cx="9622632" cy="54541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94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F0AABF-D862-4E52-856A-98A908BD8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FDC76-F946-4827-A773-FCD68068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F873B-E40B-4AF7-8D2F-967775EB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610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6502" y="1"/>
            <a:ext cx="3505313" cy="678596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2" y="324301"/>
            <a:ext cx="6525011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4591" y="1254347"/>
            <a:ext cx="6398112" cy="963159"/>
          </a:xfrm>
        </p:spPr>
        <p:txBody>
          <a:bodyPr/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34591" y="2547892"/>
            <a:ext cx="3137961" cy="4238074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794743" y="2547892"/>
            <a:ext cx="3137961" cy="1383139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94743" y="4670201"/>
            <a:ext cx="3137961" cy="2143076"/>
          </a:xfrm>
        </p:spPr>
        <p:txBody>
          <a:bodyPr numCol="1"/>
          <a:lstStyle>
            <a:lvl1pPr marL="0" indent="0">
              <a:buNone/>
              <a:defRPr sz="1578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652501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A286-FC7C-4768-AFFF-1618056D68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73E4D-1EBD-404A-B8F4-9B8AD7336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9C267-49E7-46A8-B353-C5EB81154A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14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089971" cy="755967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416" y="324301"/>
            <a:ext cx="7793808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362415" y="1254347"/>
            <a:ext cx="2404127" cy="5531619"/>
          </a:xfrm>
        </p:spPr>
        <p:txBody>
          <a:bodyPr/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19769" y="1254347"/>
            <a:ext cx="2457558" cy="5531619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730553" y="1254348"/>
            <a:ext cx="2426669" cy="3082239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416" y="1000626"/>
            <a:ext cx="779380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DDD53-DA5D-4F66-8EAA-913A40461E3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18168-B280-402E-8310-35BC958D390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562B9-5194-4705-ABBD-89576E2CC7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143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591" y="1254346"/>
            <a:ext cx="7221232" cy="532947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578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402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227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69D6F-A030-48CA-9C7C-9FC3A6F1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C3F7-BD0A-4AD4-95D8-328DA6F5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2C8-68BE-4650-89F1-3BECCFF9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60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228" y="3143275"/>
            <a:ext cx="3898482" cy="1325333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155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12574" marR="0" lvl="0" indent="-312574" defTabSz="88341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443D1-37A3-4969-A6D3-4E99E05604B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B04F4-59F4-4102-9BBD-DB62B48E18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AB0A-887B-46B8-BA72-781970F002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1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58102" y="0"/>
            <a:ext cx="5233711" cy="75596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4046" y="2842586"/>
            <a:ext cx="3977506" cy="1163723"/>
          </a:xfrm>
        </p:spPr>
        <p:txBody>
          <a:bodyPr/>
          <a:lstStyle>
            <a:lvl1pPr marL="0" indent="0">
              <a:buNone/>
              <a:defRPr sz="2630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4046" y="4233312"/>
            <a:ext cx="3977506" cy="1163723"/>
          </a:xfrm>
        </p:spPr>
        <p:txBody>
          <a:bodyPr/>
          <a:lstStyle>
            <a:lvl1pPr marL="0" indent="0">
              <a:buNone/>
              <a:defRPr sz="1402"/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6DB61-969F-46BA-942C-3600269FA4D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62FF-E912-4424-B259-AED677C026A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C1B82-1A85-4CFD-98C3-C21698A96B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809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34590" y="1254347"/>
            <a:ext cx="4345237" cy="4704081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IN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2455" y="4203444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2455" y="4470913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66796" y="3944174"/>
            <a:ext cx="682755" cy="85865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789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6796" y="1254347"/>
            <a:ext cx="4790427" cy="41205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6796" y="1802295"/>
            <a:ext cx="4790427" cy="1776440"/>
          </a:xfrm>
        </p:spPr>
        <p:txBody>
          <a:bodyPr/>
          <a:lstStyle>
            <a:lvl1pPr marL="0" indent="0">
              <a:buNone/>
              <a:defRPr sz="1402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id="{B69EB865-6B86-419B-923C-F7DDC68C9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22E28-B24F-4CF6-8F50-70ED7C22A11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E1CD-A05B-41DC-B488-E4BA204E7AE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6ABDB-CF45-4001-9487-F3BA3DD8DAC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775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06B42-27A8-4223-AE57-EB729EB5F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F4AD2-0FC3-4A7D-B553-FC19C918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89B92-9E6D-4E4B-A5F6-7BC8B161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981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697" y="2271027"/>
            <a:ext cx="4638420" cy="333507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454" dirty="0" smtClean="0">
                <a:latin typeface="Georgia" panose="02040502050405020303" pitchFamily="18" charset="0"/>
              </a:defRPr>
            </a:lvl1pPr>
          </a:lstStyle>
          <a:p>
            <a:pPr marL="312574" lvl="0" indent="-312574" algn="ctr"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26697" y="6070093"/>
            <a:ext cx="4638420" cy="34925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402" dirty="0" smtClean="0">
                <a:solidFill>
                  <a:srgbClr val="FFE600"/>
                </a:solidFill>
                <a:latin typeface="+mn-lt"/>
              </a:defRPr>
            </a:lvl1pPr>
          </a:lstStyle>
          <a:p>
            <a:pPr marL="312574" lvl="0" indent="-312574" algn="ctr">
              <a:spcBef>
                <a:spcPts val="0"/>
              </a:spcBef>
              <a:spcAft>
                <a:spcPts val="526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26697" y="6414058"/>
            <a:ext cx="4638420" cy="349255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402" dirty="0" smtClean="0">
                <a:latin typeface="+mn-lt"/>
              </a:defRPr>
            </a:lvl1pPr>
          </a:lstStyle>
          <a:p>
            <a:pPr marL="312574" lvl="0" indent="-312574" algn="ctr">
              <a:spcBef>
                <a:spcPts val="0"/>
              </a:spcBef>
              <a:spcAft>
                <a:spcPts val="526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/>
        </p:nvSpPr>
        <p:spPr>
          <a:xfrm>
            <a:off x="4321112" y="1080034"/>
            <a:ext cx="2049589" cy="972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817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1780703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/>
        </p:nvSpPr>
        <p:spPr>
          <a:xfrm>
            <a:off x="418397" y="1641266"/>
            <a:ext cx="2049589" cy="946710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9817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950" y="2785290"/>
            <a:ext cx="4638420" cy="1984167"/>
          </a:xfrm>
        </p:spPr>
        <p:txBody>
          <a:bodyPr lIns="90000" tIns="46800" rIns="90000" bIns="46800"/>
          <a:lstStyle>
            <a:lvl1pPr marL="0" indent="0">
              <a:buNone/>
              <a:defRPr lang="en-US" sz="2454" dirty="0" smtClean="0">
                <a:latin typeface="Georgia" panose="02040502050405020303" pitchFamily="18" charset="0"/>
              </a:defRPr>
            </a:lvl1pPr>
          </a:lstStyle>
          <a:p>
            <a:pPr marL="312574" lvl="0" indent="-312574"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9950" y="5106766"/>
            <a:ext cx="4638420" cy="349255"/>
          </a:xfrm>
        </p:spPr>
        <p:txBody>
          <a:bodyPr lIns="90000" tIns="46800" rIns="90000" bIns="46800"/>
          <a:lstStyle>
            <a:lvl1pPr marL="0" indent="0" algn="l" defTabSz="801472" rtl="0" eaLnBrk="1" latinLnBrk="0" hangingPunct="1">
              <a:spcBef>
                <a:spcPts val="0"/>
              </a:spcBef>
              <a:spcAft>
                <a:spcPts val="526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402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12574" indent="0">
              <a:buNone/>
              <a:defRPr lang="en-US" sz="1753" smtClean="0">
                <a:latin typeface="+mn-lt"/>
              </a:defRPr>
            </a:lvl2pPr>
            <a:lvl3pPr>
              <a:defRPr lang="en-US" sz="1578" smtClean="0">
                <a:latin typeface="+mn-lt"/>
              </a:defRPr>
            </a:lvl3pPr>
            <a:lvl4pPr>
              <a:defRPr lang="en-US" sz="1402" smtClean="0">
                <a:latin typeface="+mn-lt"/>
              </a:defRPr>
            </a:lvl4pPr>
            <a:lvl5pPr>
              <a:defRPr lang="en-IN" sz="1402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950" y="5480094"/>
            <a:ext cx="4638420" cy="349255"/>
          </a:xfrm>
        </p:spPr>
        <p:txBody>
          <a:bodyPr lIns="90000" tIns="46800" rIns="90000" bIns="46800"/>
          <a:lstStyle>
            <a:lvl1pPr marL="0" indent="0" algn="l" defTabSz="801472" rtl="0" eaLnBrk="1" latinLnBrk="0" hangingPunct="1">
              <a:spcBef>
                <a:spcPts val="0"/>
              </a:spcBef>
              <a:spcAft>
                <a:spcPts val="526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402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12574" indent="0">
              <a:buNone/>
              <a:defRPr lang="en-US" sz="1753" smtClean="0">
                <a:latin typeface="+mn-lt"/>
              </a:defRPr>
            </a:lvl2pPr>
            <a:lvl3pPr>
              <a:defRPr lang="en-US" sz="1578" smtClean="0">
                <a:latin typeface="+mn-lt"/>
              </a:defRPr>
            </a:lvl3pPr>
            <a:lvl4pPr>
              <a:defRPr lang="en-US" sz="1402" smtClean="0">
                <a:latin typeface="+mn-lt"/>
              </a:defRPr>
            </a:lvl4pPr>
            <a:lvl5pPr>
              <a:defRPr lang="en-IN" sz="1402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90385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591" y="1254346"/>
            <a:ext cx="7221232" cy="532947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12574">
              <a:defRPr>
                <a:solidFill>
                  <a:schemeClr val="bg1"/>
                </a:solidFill>
              </a:defRPr>
            </a:lvl2pPr>
            <a:lvl3pPr marL="625148">
              <a:defRPr>
                <a:solidFill>
                  <a:schemeClr val="bg1"/>
                </a:solidFill>
              </a:defRPr>
            </a:lvl3pPr>
            <a:lvl4pPr marL="937722">
              <a:defRPr>
                <a:solidFill>
                  <a:schemeClr val="bg1"/>
                </a:solidFill>
              </a:defRPr>
            </a:lvl4pPr>
            <a:lvl5pPr marL="1250296"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AEB49-9ADD-490C-B904-979B3953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28C68-2511-4745-B448-A5AA41E7B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C8157-0191-4E69-819F-DB443768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8311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1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8B559-CD59-4D3D-87C0-5D51BCF9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FB98F-FBCE-4F2C-978B-A5576B57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95690-F0A7-4101-82DB-B17CE6B7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627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1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591" y="1254345"/>
            <a:ext cx="4722218" cy="5329472"/>
          </a:xfrm>
        </p:spPr>
        <p:txBody>
          <a:bodyPr/>
          <a:lstStyle>
            <a:lvl1pPr>
              <a:defRPr sz="1753">
                <a:solidFill>
                  <a:schemeClr val="bg1"/>
                </a:solidFill>
              </a:defRPr>
            </a:lvl1pPr>
            <a:lvl2pPr>
              <a:defRPr sz="1578">
                <a:solidFill>
                  <a:schemeClr val="bg1"/>
                </a:solidFill>
              </a:defRPr>
            </a:lvl2pPr>
            <a:lvl3pPr>
              <a:defRPr sz="1402">
                <a:solidFill>
                  <a:schemeClr val="bg1"/>
                </a:solidFill>
              </a:defRPr>
            </a:lvl3pPr>
            <a:lvl4pPr>
              <a:defRPr sz="1227">
                <a:solidFill>
                  <a:schemeClr val="bg1"/>
                </a:solidFill>
              </a:defRPr>
            </a:lvl4pPr>
            <a:lvl5pPr>
              <a:defRPr sz="1052">
                <a:solidFill>
                  <a:schemeClr val="bg1"/>
                </a:solidFill>
              </a:defRPr>
            </a:lvl5pPr>
            <a:lvl6pPr>
              <a:defRPr sz="1578"/>
            </a:lvl6pPr>
            <a:lvl7pPr>
              <a:defRPr sz="1578"/>
            </a:lvl7pPr>
            <a:lvl8pPr>
              <a:defRPr sz="1578"/>
            </a:lvl8pPr>
            <a:lvl9pPr>
              <a:defRPr sz="15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5005" y="1254345"/>
            <a:ext cx="4722218" cy="5329472"/>
          </a:xfrm>
        </p:spPr>
        <p:txBody>
          <a:bodyPr/>
          <a:lstStyle>
            <a:lvl1pPr>
              <a:defRPr sz="1753">
                <a:solidFill>
                  <a:schemeClr val="bg1"/>
                </a:solidFill>
              </a:defRPr>
            </a:lvl1pPr>
            <a:lvl2pPr>
              <a:defRPr sz="1578">
                <a:solidFill>
                  <a:schemeClr val="bg1"/>
                </a:solidFill>
              </a:defRPr>
            </a:lvl2pPr>
            <a:lvl3pPr>
              <a:defRPr sz="1402">
                <a:solidFill>
                  <a:schemeClr val="bg1"/>
                </a:solidFill>
              </a:defRPr>
            </a:lvl3pPr>
            <a:lvl4pPr>
              <a:defRPr sz="1227">
                <a:solidFill>
                  <a:schemeClr val="bg1"/>
                </a:solidFill>
              </a:defRPr>
            </a:lvl4pPr>
            <a:lvl5pPr>
              <a:defRPr sz="1052">
                <a:solidFill>
                  <a:schemeClr val="bg1"/>
                </a:solidFill>
              </a:defRPr>
            </a:lvl5pPr>
            <a:lvl6pPr>
              <a:defRPr sz="1578"/>
            </a:lvl6pPr>
            <a:lvl7pPr>
              <a:defRPr sz="1578"/>
            </a:lvl7pPr>
            <a:lvl8pPr>
              <a:defRPr sz="1578"/>
            </a:lvl8pPr>
            <a:lvl9pPr>
              <a:defRPr sz="15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B9B26-E95B-4DC1-A613-4C0C0933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373D8-2AB5-4625-822C-B1F2B5CD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E3B4B-D68B-4AFA-A20D-2ECE69120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909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984" y="2060712"/>
            <a:ext cx="4727129" cy="4691535"/>
          </a:xfrm>
        </p:spPr>
        <p:txBody>
          <a:bodyPr/>
          <a:lstStyle>
            <a:lvl1pPr>
              <a:defRPr sz="1753">
                <a:solidFill>
                  <a:schemeClr val="bg1"/>
                </a:solidFill>
              </a:defRPr>
            </a:lvl1pPr>
            <a:lvl2pPr>
              <a:defRPr sz="1578">
                <a:solidFill>
                  <a:schemeClr val="bg1"/>
                </a:solidFill>
              </a:defRPr>
            </a:lvl2pPr>
            <a:lvl3pPr>
              <a:defRPr sz="1402">
                <a:solidFill>
                  <a:schemeClr val="bg1"/>
                </a:solidFill>
              </a:defRPr>
            </a:lvl3pPr>
            <a:lvl4pPr>
              <a:defRPr sz="1227">
                <a:solidFill>
                  <a:schemeClr val="bg1"/>
                </a:solidFill>
              </a:defRPr>
            </a:lvl4pPr>
            <a:lvl5pPr>
              <a:defRPr sz="1052">
                <a:solidFill>
                  <a:schemeClr val="bg1"/>
                </a:solidFill>
              </a:defRPr>
            </a:lvl5pPr>
            <a:lvl6pPr>
              <a:defRPr sz="1578"/>
            </a:lvl6pPr>
            <a:lvl7pPr>
              <a:defRPr sz="1578"/>
            </a:lvl7pPr>
            <a:lvl8pPr>
              <a:defRPr sz="1578"/>
            </a:lvl8pPr>
            <a:lvl9pPr>
              <a:defRPr sz="15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957" y="2060712"/>
            <a:ext cx="4727129" cy="4691535"/>
          </a:xfrm>
        </p:spPr>
        <p:txBody>
          <a:bodyPr/>
          <a:lstStyle>
            <a:lvl1pPr>
              <a:defRPr sz="1753">
                <a:solidFill>
                  <a:schemeClr val="bg1"/>
                </a:solidFill>
              </a:defRPr>
            </a:lvl1pPr>
            <a:lvl2pPr>
              <a:defRPr sz="1578">
                <a:solidFill>
                  <a:schemeClr val="bg1"/>
                </a:solidFill>
              </a:defRPr>
            </a:lvl2pPr>
            <a:lvl3pPr>
              <a:defRPr sz="1402">
                <a:solidFill>
                  <a:schemeClr val="bg1"/>
                </a:solidFill>
              </a:defRPr>
            </a:lvl3pPr>
            <a:lvl4pPr>
              <a:defRPr sz="1227">
                <a:solidFill>
                  <a:schemeClr val="bg1"/>
                </a:solidFill>
              </a:defRPr>
            </a:lvl4pPr>
            <a:lvl5pPr>
              <a:defRPr sz="1052">
                <a:solidFill>
                  <a:schemeClr val="bg1"/>
                </a:solidFill>
              </a:defRPr>
            </a:lvl5pPr>
            <a:lvl6pPr>
              <a:defRPr sz="1578"/>
            </a:lvl6pPr>
            <a:lvl7pPr>
              <a:defRPr sz="1578"/>
            </a:lvl7pPr>
            <a:lvl8pPr>
              <a:defRPr sz="1578"/>
            </a:lvl8pPr>
            <a:lvl9pPr>
              <a:defRPr sz="15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534591" y="1254346"/>
            <a:ext cx="4727129" cy="706363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33957" y="1254346"/>
            <a:ext cx="4727129" cy="706363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1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FCCF0-19BC-4024-9BCA-E14DB77EAF2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54F7E-BDC4-4386-B2E2-1FC66609D1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FBF9A-EC9A-41E4-A24C-ECB5DC15CC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602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EDF149-816A-4257-A64D-E23E91A5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8256F-B716-4FA1-B0CC-85D20C72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44F6A-D6D0-4CE3-8495-873C004D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7794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39B669-D18F-448E-A005-0A353671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31300-352D-4FEE-9216-28FB2413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DEB71-FD7D-4974-99DD-0F48E046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729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0B882-5FC5-4C48-9562-890886DD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E7899-FE60-4FDA-8608-58147D09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32B5C-3285-477F-B755-A6F2F0F4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8222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416E9-5919-4213-81D7-5E74B3B6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FF1B2-A745-40FB-B885-B3638A4F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9AD96-7B7E-4E05-90E8-1F98943B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067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1751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0691813" cy="75596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1B3654-4C35-482F-B580-02C23F975B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FEC5-10C4-4E79-B06E-F14B8F305F9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05763-C066-4818-A1DF-64ED4D64BE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6259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129049-E3D5-4C0A-BB1F-72BEDB1FB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" y="0"/>
            <a:ext cx="10686247" cy="7559675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2734" y="792717"/>
            <a:ext cx="4099931" cy="5743129"/>
          </a:xfrm>
        </p:spPr>
        <p:txBody>
          <a:bodyPr/>
          <a:lstStyle>
            <a:lvl1pPr marL="0" indent="0" algn="l" defTabSz="872436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052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54451" indent="-154451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0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65582" indent="-165582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01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1557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01A2F11-32A0-4526-A5F7-F4382DA5B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" y="0"/>
            <a:ext cx="10686247" cy="7559675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2734" y="792717"/>
            <a:ext cx="4099931" cy="5743129"/>
          </a:xfrm>
        </p:spPr>
        <p:txBody>
          <a:bodyPr/>
          <a:lstStyle>
            <a:lvl1pPr marL="0" indent="0" algn="l" defTabSz="872436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052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54451" indent="-154451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0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65582" indent="-165582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01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628894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3BDE2E-2BCF-4140-945E-7D5610CDE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" y="0"/>
            <a:ext cx="10686252" cy="7559675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2734" y="792717"/>
            <a:ext cx="4099931" cy="5743129"/>
          </a:xfrm>
        </p:spPr>
        <p:txBody>
          <a:bodyPr/>
          <a:lstStyle>
            <a:lvl1pPr marL="0" indent="0" algn="l" defTabSz="872436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052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54451" indent="-154451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0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65582" indent="-165582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01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825787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6529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/>
        </p:nvSpPr>
        <p:spPr>
          <a:xfrm>
            <a:off x="436596" y="877070"/>
            <a:ext cx="4321490" cy="3947923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8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79727" y="2154167"/>
            <a:ext cx="3794294" cy="1079940"/>
          </a:xfr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79727" y="3357826"/>
            <a:ext cx="3794294" cy="1153377"/>
          </a:xfrm>
        </p:spPr>
        <p:txBody>
          <a:bodyPr/>
          <a:lstStyle>
            <a:lvl1pPr marL="0" indent="0" algn="l">
              <a:spcAft>
                <a:spcPts val="1052"/>
              </a:spcAft>
              <a:buNone/>
              <a:defRPr sz="1753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402" b="1">
                <a:solidFill>
                  <a:srgbClr val="404040"/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C8422AE9-8257-41A9-AB41-1F10585C886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D19659BD-653C-4300-9060-420AFAE39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4669336-72A1-4233-827A-C41AB4C1CC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</p:spTree>
    <p:extLst>
      <p:ext uri="{BB962C8B-B14F-4D97-AF65-F5344CB8AC3E}">
        <p14:creationId xmlns:p14="http://schemas.microsoft.com/office/powerpoint/2010/main" val="283700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/>
        </p:nvSpPr>
        <p:spPr>
          <a:xfrm>
            <a:off x="436596" y="877070"/>
            <a:ext cx="4321490" cy="3947923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8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79727" y="2154167"/>
            <a:ext cx="3794294" cy="1079940"/>
          </a:xfr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79727" y="3357826"/>
            <a:ext cx="3794294" cy="1153377"/>
          </a:xfrm>
        </p:spPr>
        <p:txBody>
          <a:bodyPr/>
          <a:lstStyle>
            <a:lvl1pPr marL="0" indent="0" algn="l">
              <a:spcAft>
                <a:spcPts val="1052"/>
              </a:spcAft>
              <a:buNone/>
              <a:defRPr sz="1753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402" b="1">
                <a:solidFill>
                  <a:srgbClr val="404040"/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/>
        </p:nvSpPr>
        <p:spPr>
          <a:xfrm>
            <a:off x="404928" y="6178696"/>
            <a:ext cx="916003" cy="21779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052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8532" y="6635041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8532" y="6852878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4927" y="6519798"/>
            <a:ext cx="504862" cy="634933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789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/>
        </p:nvCxnSpPr>
        <p:spPr>
          <a:xfrm>
            <a:off x="1168532" y="6293181"/>
            <a:ext cx="7118994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63F02F42-4916-4588-807F-4BB7367EB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0BD928C5-1C7D-4599-A7E9-8AB1B188C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7C281E8-2924-471F-A849-26C37A059B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</p:spTree>
    <p:extLst>
      <p:ext uri="{BB962C8B-B14F-4D97-AF65-F5344CB8AC3E}">
        <p14:creationId xmlns:p14="http://schemas.microsoft.com/office/powerpoint/2010/main" val="2218617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/>
        </p:nvGrpSpPr>
        <p:grpSpPr>
          <a:xfrm>
            <a:off x="436597" y="6422761"/>
            <a:ext cx="3399074" cy="628534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moveTo>
                    <a:pt x="25" y="12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53"/>
                  </a:lnTo>
                  <a:lnTo>
                    <a:pt x="25" y="1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moveTo>
                    <a:pt x="1" y="53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close/>
                  <a:close/>
                  <a:lnTo>
                    <a:pt x="1" y="5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moveTo>
                    <a:pt x="26" y="20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moveTo>
                    <a:pt x="25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moveTo>
                    <a:pt x="24" y="22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39"/>
                  </a:lnTo>
                  <a:lnTo>
                    <a:pt x="24" y="2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6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moveTo>
                    <a:pt x="27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moveTo>
                    <a:pt x="24" y="26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53"/>
                  </a:lnTo>
                  <a:lnTo>
                    <a:pt x="24" y="26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moveTo>
                    <a:pt x="27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E95BC52-A56D-4358-A294-750179EBB698}"/>
              </a:ext>
            </a:extLst>
          </p:cNvPr>
          <p:cNvGrpSpPr/>
          <p:nvPr/>
        </p:nvGrpSpPr>
        <p:grpSpPr>
          <a:xfrm>
            <a:off x="428928" y="965692"/>
            <a:ext cx="4255650" cy="3719734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578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578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578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578" dirty="0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id="{C5FADEE5-07C4-41A9-88D6-C6D2ED1362B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5A2C465B-7D43-431D-A35E-50762E769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C35E6C1-71A8-4C9D-A1A5-682B0BD0A0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184" y="2379158"/>
            <a:ext cx="3506369" cy="948432"/>
          </a:xfrm>
          <a:prstGeom prst="rect">
            <a:avLst/>
          </a:prstGeo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352" y="3527770"/>
            <a:ext cx="3524067" cy="7118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753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402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8324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/>
        </p:nvGrpSpPr>
        <p:grpSpPr>
          <a:xfrm>
            <a:off x="436597" y="6422761"/>
            <a:ext cx="3399074" cy="628534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moveTo>
                    <a:pt x="25" y="12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53"/>
                  </a:lnTo>
                  <a:lnTo>
                    <a:pt x="25" y="1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moveTo>
                    <a:pt x="1" y="53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close/>
                  <a:close/>
                  <a:lnTo>
                    <a:pt x="1" y="5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moveTo>
                    <a:pt x="26" y="20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moveTo>
                    <a:pt x="25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moveTo>
                    <a:pt x="24" y="22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39"/>
                  </a:lnTo>
                  <a:lnTo>
                    <a:pt x="24" y="2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6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moveTo>
                    <a:pt x="27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moveTo>
                    <a:pt x="24" y="26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53"/>
                  </a:lnTo>
                  <a:lnTo>
                    <a:pt x="24" y="26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moveTo>
                    <a:pt x="27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Group 4">
            <a:extLst>
              <a:ext uri="{FF2B5EF4-FFF2-40B4-BE49-F238E27FC236}">
                <a16:creationId xmlns:a16="http://schemas.microsoft.com/office/drawing/2014/main" id="{9D60B6B0-F7ED-4B9F-A77C-632AC4EA661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C1B45B9-64DF-4C5B-9711-FA69AD537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BA55CB73-EE25-43B6-9720-855E16C4B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828184" y="2379158"/>
            <a:ext cx="4193057" cy="948432"/>
          </a:xfrm>
          <a:prstGeom prst="rect">
            <a:avLst/>
          </a:prstGeo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828353" y="3527770"/>
            <a:ext cx="4214220" cy="7118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753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402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/>
        </p:nvSpPr>
        <p:spPr>
          <a:xfrm>
            <a:off x="428928" y="797699"/>
            <a:ext cx="4979329" cy="3806176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28928" y="4433241"/>
            <a:ext cx="132918" cy="167163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679020" y="4433241"/>
            <a:ext cx="132918" cy="167163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929008" y="4433241"/>
            <a:ext cx="132918" cy="167163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</p:spTree>
    <p:extLst>
      <p:ext uri="{BB962C8B-B14F-4D97-AF65-F5344CB8AC3E}">
        <p14:creationId xmlns:p14="http://schemas.microsoft.com/office/powerpoint/2010/main" val="265162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34590" y="1254347"/>
            <a:ext cx="4345237" cy="4704081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IN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2455" y="4203444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2455" y="4470913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66796" y="3944174"/>
            <a:ext cx="682755" cy="85865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789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6796" y="1254347"/>
            <a:ext cx="4790427" cy="41205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6796" y="1802295"/>
            <a:ext cx="4790427" cy="1776440"/>
          </a:xfrm>
        </p:spPr>
        <p:txBody>
          <a:bodyPr/>
          <a:lstStyle>
            <a:lvl1pPr marL="0" indent="0">
              <a:buNone/>
              <a:defRPr sz="1402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id="{B69EB865-6B86-419B-923C-F7DDC68C9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661012-3455-4F88-94AD-14869D2D540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FBA45-9D10-4CA1-B5FE-DF08BC4B79D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C45D8-BA71-4A92-82B2-C059AF6B67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7201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DA9741B6-D337-4A18-8ECB-FB21A6953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91" y="1254346"/>
            <a:ext cx="9622632" cy="54541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369FE1-2141-4E78-8B01-84E57EEF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482B3-B946-42D6-98EA-72EE48EE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DD5AC-66F0-425C-A9DE-048451319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6091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6502" y="1"/>
            <a:ext cx="3505313" cy="678596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2" y="324301"/>
            <a:ext cx="6525011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4591" y="1254347"/>
            <a:ext cx="6398112" cy="963159"/>
          </a:xfrm>
        </p:spPr>
        <p:txBody>
          <a:bodyPr/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34591" y="2547892"/>
            <a:ext cx="3137961" cy="4238074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794743" y="2547892"/>
            <a:ext cx="3137961" cy="1383139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94743" y="4670201"/>
            <a:ext cx="3137961" cy="2143076"/>
          </a:xfrm>
        </p:spPr>
        <p:txBody>
          <a:bodyPr numCol="1"/>
          <a:lstStyle>
            <a:lvl1pPr marL="0" indent="0">
              <a:buNone/>
              <a:defRPr sz="1578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676993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3C7F4-1F66-48B4-8A7F-96C64986A20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F1198-1F5C-4C8B-A7E4-2658430FBC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A2D1B-5973-42E9-87B4-02C40C0EF1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803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089971" cy="755967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416" y="324301"/>
            <a:ext cx="7793808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362415" y="1254347"/>
            <a:ext cx="2404127" cy="5531619"/>
          </a:xfrm>
        </p:spPr>
        <p:txBody>
          <a:bodyPr/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19769" y="1254347"/>
            <a:ext cx="2457558" cy="5531619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730553" y="1254348"/>
            <a:ext cx="2426669" cy="3082239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416" y="1000626"/>
            <a:ext cx="779380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571DE-086F-444C-976E-D386CED54CF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78D09-F6E9-4981-B6E0-209D099207E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170B6-45D3-4E0A-A799-1F973EAAC5E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7748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/>
        </p:nvSpPr>
        <p:spPr>
          <a:xfrm>
            <a:off x="418397" y="1641266"/>
            <a:ext cx="2049589" cy="946710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9817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950" y="2785290"/>
            <a:ext cx="4638420" cy="1984167"/>
          </a:xfrm>
        </p:spPr>
        <p:txBody>
          <a:bodyPr lIns="90000" tIns="46800" rIns="90000" bIns="46800"/>
          <a:lstStyle>
            <a:lvl1pPr marL="0" indent="0">
              <a:buNone/>
              <a:defRPr lang="en-US" sz="2454" dirty="0" smtClean="0">
                <a:latin typeface="Georgia" panose="02040502050405020303" pitchFamily="18" charset="0"/>
              </a:defRPr>
            </a:lvl1pPr>
          </a:lstStyle>
          <a:p>
            <a:pPr marL="312574" lvl="0" indent="-312574"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9950" y="5106766"/>
            <a:ext cx="4638420" cy="349255"/>
          </a:xfrm>
        </p:spPr>
        <p:txBody>
          <a:bodyPr lIns="90000" tIns="46800" rIns="90000" bIns="46800"/>
          <a:lstStyle>
            <a:lvl1pPr marL="0" indent="0" algn="l" defTabSz="801472" rtl="0" eaLnBrk="1" latinLnBrk="0" hangingPunct="1">
              <a:spcBef>
                <a:spcPts val="0"/>
              </a:spcBef>
              <a:spcAft>
                <a:spcPts val="526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402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12574" indent="0">
              <a:buNone/>
              <a:defRPr lang="en-US" sz="1753" smtClean="0">
                <a:latin typeface="+mn-lt"/>
              </a:defRPr>
            </a:lvl2pPr>
            <a:lvl3pPr>
              <a:defRPr lang="en-US" sz="1578" smtClean="0">
                <a:latin typeface="+mn-lt"/>
              </a:defRPr>
            </a:lvl3pPr>
            <a:lvl4pPr>
              <a:defRPr lang="en-US" sz="1402" smtClean="0">
                <a:latin typeface="+mn-lt"/>
              </a:defRPr>
            </a:lvl4pPr>
            <a:lvl5pPr>
              <a:defRPr lang="en-IN" sz="1402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950" y="5480094"/>
            <a:ext cx="4638420" cy="349255"/>
          </a:xfrm>
        </p:spPr>
        <p:txBody>
          <a:bodyPr lIns="90000" tIns="46800" rIns="90000" bIns="46800"/>
          <a:lstStyle>
            <a:lvl1pPr marL="0" indent="0" algn="l" defTabSz="801472" rtl="0" eaLnBrk="1" latinLnBrk="0" hangingPunct="1">
              <a:spcBef>
                <a:spcPts val="0"/>
              </a:spcBef>
              <a:spcAft>
                <a:spcPts val="526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402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12574" indent="0">
              <a:buNone/>
              <a:defRPr lang="en-US" sz="1753" smtClean="0">
                <a:latin typeface="+mn-lt"/>
              </a:defRPr>
            </a:lvl2pPr>
            <a:lvl3pPr>
              <a:defRPr lang="en-US" sz="1578" smtClean="0">
                <a:latin typeface="+mn-lt"/>
              </a:defRPr>
            </a:lvl3pPr>
            <a:lvl4pPr>
              <a:defRPr lang="en-US" sz="1402" smtClean="0">
                <a:latin typeface="+mn-lt"/>
              </a:defRPr>
            </a:lvl4pPr>
            <a:lvl5pPr>
              <a:defRPr lang="en-IN" sz="1402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1660322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697" y="2271027"/>
            <a:ext cx="4638420" cy="333507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454" dirty="0" smtClean="0">
                <a:latin typeface="Georgia" panose="02040502050405020303" pitchFamily="18" charset="0"/>
              </a:defRPr>
            </a:lvl1pPr>
          </a:lstStyle>
          <a:p>
            <a:pPr marL="312574" lvl="0" indent="-312574" algn="ctr"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26697" y="6070093"/>
            <a:ext cx="4638420" cy="34925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402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12574" lvl="0" indent="-312574" algn="ctr">
              <a:spcBef>
                <a:spcPts val="0"/>
              </a:spcBef>
              <a:spcAft>
                <a:spcPts val="526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26697" y="6414058"/>
            <a:ext cx="4638420" cy="349255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402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12574" lvl="0" indent="-312574" algn="ctr">
              <a:spcBef>
                <a:spcPts val="0"/>
              </a:spcBef>
              <a:spcAft>
                <a:spcPts val="526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/>
        </p:nvSpPr>
        <p:spPr>
          <a:xfrm>
            <a:off x="4321112" y="1080034"/>
            <a:ext cx="2049589" cy="972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817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19038135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3031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9F631-BCA2-47E9-B382-A1254CE49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1D1872-1F65-44DE-8D43-3328C27B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C50CF-7368-4D25-B2B5-360BA59E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004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0691813" cy="75596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43830C-23AE-48E4-B9DE-E91E6CE0B8B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742A9-BF69-4BF2-966C-3D76FC687F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5F912-EBE8-413B-A241-0FB3A540BA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572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B5C6B-B98B-4A4C-A8A7-B006989B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F6675-2050-4038-B9E1-B80DB63D7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4D6F3-1431-4069-B814-25584667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6406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7186E-D73E-46D0-965A-D83686BA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F40EA-FE63-4D50-8C90-EC25A860C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7420B-CF82-4784-8E9C-5C496E27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6640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5E823-546D-4100-9D33-42F450A3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EA008-3E80-49A8-A128-C1EEB8A0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92330-2E70-49F4-A5DA-F82320E7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9608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984" y="2060712"/>
            <a:ext cx="4727129" cy="4691535"/>
          </a:xfrm>
        </p:spPr>
        <p:txBody>
          <a:bodyPr/>
          <a:lstStyle>
            <a:lvl1pPr>
              <a:defRPr sz="1753">
                <a:solidFill>
                  <a:schemeClr val="bg1"/>
                </a:solidFill>
              </a:defRPr>
            </a:lvl1pPr>
            <a:lvl2pPr>
              <a:defRPr sz="1578">
                <a:solidFill>
                  <a:schemeClr val="bg1"/>
                </a:solidFill>
              </a:defRPr>
            </a:lvl2pPr>
            <a:lvl3pPr>
              <a:defRPr sz="1402">
                <a:solidFill>
                  <a:schemeClr val="bg1"/>
                </a:solidFill>
              </a:defRPr>
            </a:lvl3pPr>
            <a:lvl4pPr>
              <a:defRPr sz="1227">
                <a:solidFill>
                  <a:schemeClr val="bg1"/>
                </a:solidFill>
              </a:defRPr>
            </a:lvl4pPr>
            <a:lvl5pPr>
              <a:defRPr sz="1052">
                <a:solidFill>
                  <a:schemeClr val="bg1"/>
                </a:solidFill>
              </a:defRPr>
            </a:lvl5pPr>
            <a:lvl6pPr>
              <a:defRPr sz="1578"/>
            </a:lvl6pPr>
            <a:lvl7pPr>
              <a:defRPr sz="1578"/>
            </a:lvl7pPr>
            <a:lvl8pPr>
              <a:defRPr sz="1578"/>
            </a:lvl8pPr>
            <a:lvl9pPr>
              <a:defRPr sz="15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957" y="2060712"/>
            <a:ext cx="4727129" cy="4691535"/>
          </a:xfrm>
        </p:spPr>
        <p:txBody>
          <a:bodyPr/>
          <a:lstStyle>
            <a:lvl1pPr>
              <a:defRPr sz="1753">
                <a:solidFill>
                  <a:schemeClr val="bg1"/>
                </a:solidFill>
              </a:defRPr>
            </a:lvl1pPr>
            <a:lvl2pPr>
              <a:defRPr sz="1578">
                <a:solidFill>
                  <a:schemeClr val="bg1"/>
                </a:solidFill>
              </a:defRPr>
            </a:lvl2pPr>
            <a:lvl3pPr>
              <a:defRPr sz="1402">
                <a:solidFill>
                  <a:schemeClr val="bg1"/>
                </a:solidFill>
              </a:defRPr>
            </a:lvl3pPr>
            <a:lvl4pPr>
              <a:defRPr sz="1227">
                <a:solidFill>
                  <a:schemeClr val="bg1"/>
                </a:solidFill>
              </a:defRPr>
            </a:lvl4pPr>
            <a:lvl5pPr>
              <a:defRPr sz="1052">
                <a:solidFill>
                  <a:schemeClr val="bg1"/>
                </a:solidFill>
              </a:defRPr>
            </a:lvl5pPr>
            <a:lvl6pPr>
              <a:defRPr sz="1578"/>
            </a:lvl6pPr>
            <a:lvl7pPr>
              <a:defRPr sz="1578"/>
            </a:lvl7pPr>
            <a:lvl8pPr>
              <a:defRPr sz="1578"/>
            </a:lvl8pPr>
            <a:lvl9pPr>
              <a:defRPr sz="15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534591" y="1254346"/>
            <a:ext cx="4727129" cy="706363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33957" y="1254346"/>
            <a:ext cx="4727129" cy="706363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1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CD3F7-62DC-4CC4-8F34-C353DB087D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EC01-3D34-4D32-9B76-5269D1AA46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E1C2B-4DA4-468F-9976-85F6CBF82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7008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58102" y="0"/>
            <a:ext cx="5233711" cy="75596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4046" y="2842586"/>
            <a:ext cx="3977506" cy="1163723"/>
          </a:xfrm>
        </p:spPr>
        <p:txBody>
          <a:bodyPr/>
          <a:lstStyle>
            <a:lvl1pPr marL="0" indent="0">
              <a:buNone/>
              <a:defRPr sz="2630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4046" y="4233312"/>
            <a:ext cx="3977506" cy="1163723"/>
          </a:xfrm>
        </p:spPr>
        <p:txBody>
          <a:bodyPr/>
          <a:lstStyle>
            <a:lvl1pPr marL="0" indent="0">
              <a:buNone/>
              <a:defRPr sz="1402"/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ABBDA-A77F-45A2-9996-90CD0EE5C38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83B36-3BA3-42B4-A811-65C0AF01A86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9C98C-F30E-45BC-A1D9-67DB57119D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2848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228" y="3143275"/>
            <a:ext cx="3898482" cy="1325333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155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12574" marR="0" lvl="0" indent="-312574" defTabSz="88341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C2D9D-B0D7-494E-9184-FCD6E94AAC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FD91A-AB40-450B-8784-9A5D99C62D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E5F90-7113-4FA1-AFCF-3BC8EF0100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0250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D5388A-86DF-494E-B137-EE20B7E1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7E548-6FF4-4D89-ADE0-60181F536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B0A8B-D001-432B-877C-21558412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103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2734" y="792717"/>
            <a:ext cx="4099931" cy="5743129"/>
          </a:xfrm>
        </p:spPr>
        <p:txBody>
          <a:bodyPr/>
          <a:lstStyle>
            <a:lvl1pPr marL="0" indent="0" algn="l" defTabSz="872436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052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54451" indent="-154451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0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65582" indent="-165582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01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66860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02835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0055C33-19A3-4284-9469-1C43A404CD13}"/>
              </a:ext>
            </a:extLst>
          </p:cNvPr>
          <p:cNvSpPr>
            <a:spLocks/>
          </p:cNvSpPr>
          <p:nvPr userDrawn="1"/>
        </p:nvSpPr>
        <p:spPr>
          <a:xfrm>
            <a:off x="334018" y="2544457"/>
            <a:ext cx="10035533" cy="2484743"/>
          </a:xfrm>
          <a:prstGeom prst="rect">
            <a:avLst/>
          </a:prstGeom>
          <a:solidFill>
            <a:srgbClr val="74748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2B493B2-599A-4B17-80A7-BBD29BB1835A}"/>
              </a:ext>
            </a:extLst>
          </p:cNvPr>
          <p:cNvSpPr txBox="1">
            <a:spLocks/>
          </p:cNvSpPr>
          <p:nvPr userDrawn="1"/>
        </p:nvSpPr>
        <p:spPr>
          <a:xfrm>
            <a:off x="334018" y="6972856"/>
            <a:ext cx="10050463" cy="369332"/>
          </a:xfrm>
          <a:prstGeom prst="rect">
            <a:avLst/>
          </a:prstGeom>
          <a:solidFill>
            <a:srgbClr val="2E2E38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solidFill>
                  <a:srgbClr val="FFE600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3F42BA56-CAE3-41F7-9275-0DB1B2158B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088" y="322263"/>
            <a:ext cx="10050463" cy="7019925"/>
          </a:xfrm>
          <a:prstGeom prst="rect">
            <a:avLst/>
          </a:prstGeom>
          <a:noFill/>
          <a:ln w="23813" cap="flat">
            <a:solidFill>
              <a:srgbClr val="2E2E3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Freeform 17">
            <a:extLst>
              <a:ext uri="{FF2B5EF4-FFF2-40B4-BE49-F238E27FC236}">
                <a16:creationId xmlns:a16="http://schemas.microsoft.com/office/drawing/2014/main" id="{26EB76D5-7537-4808-BE7E-0FC9CCE11925}"/>
              </a:ext>
            </a:extLst>
          </p:cNvPr>
          <p:cNvSpPr>
            <a:spLocks/>
          </p:cNvSpPr>
          <p:nvPr userDrawn="1"/>
        </p:nvSpPr>
        <p:spPr bwMode="auto">
          <a:xfrm>
            <a:off x="3338514" y="2239657"/>
            <a:ext cx="4014786" cy="574227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0794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This is to certify that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66" name="Subtitle 2">
            <a:extLst>
              <a:ext uri="{FF2B5EF4-FFF2-40B4-BE49-F238E27FC236}">
                <a16:creationId xmlns:a16="http://schemas.microsoft.com/office/drawing/2014/main" id="{0008E2B0-8C2A-41AF-96F4-19FD43337F99}"/>
              </a:ext>
            </a:extLst>
          </p:cNvPr>
          <p:cNvSpPr txBox="1">
            <a:spLocks/>
          </p:cNvSpPr>
          <p:nvPr userDrawn="1"/>
        </p:nvSpPr>
        <p:spPr>
          <a:xfrm>
            <a:off x="2214400" y="390505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IN" dirty="0">
                <a:latin typeface="EYInterstate Light" panose="02000506000000020004" pitchFamily="2" charset="0"/>
                <a:ea typeface="+mj-ea"/>
                <a:cs typeface="+mj-cs"/>
              </a:rPr>
              <a:t>successfully completed the 2023 Better Working World Data Challenge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.</a:t>
            </a:r>
          </a:p>
        </p:txBody>
      </p:sp>
      <p:sp>
        <p:nvSpPr>
          <p:cNvPr id="167" name="Title 35">
            <a:extLst>
              <a:ext uri="{FF2B5EF4-FFF2-40B4-BE49-F238E27FC236}">
                <a16:creationId xmlns:a16="http://schemas.microsoft.com/office/drawing/2014/main" id="{E99C4E33-460E-455E-BE5F-18795CB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400" y="3201833"/>
            <a:ext cx="6263014" cy="574258"/>
          </a:xfrm>
        </p:spPr>
        <p:txBody>
          <a:bodyPr>
            <a:normAutofit/>
          </a:bodyPr>
          <a:lstStyle>
            <a:lvl1pPr algn="ctr">
              <a:defRPr sz="3500" b="1"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[Insert Name Here]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7B001-A857-4A97-B110-28C358E21379}"/>
              </a:ext>
            </a:extLst>
          </p:cNvPr>
          <p:cNvSpPr txBox="1">
            <a:spLocks/>
          </p:cNvSpPr>
          <p:nvPr userDrawn="1"/>
        </p:nvSpPr>
        <p:spPr>
          <a:xfrm>
            <a:off x="569746" y="6165616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Beatriz Sanz Saiz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EY Global Data &amp; Analytics Leader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8881B7-9B56-45C9-8F51-5B4E7B548053}"/>
              </a:ext>
            </a:extLst>
          </p:cNvPr>
          <p:cNvSpPr txBox="1">
            <a:spLocks/>
          </p:cNvSpPr>
          <p:nvPr userDrawn="1"/>
        </p:nvSpPr>
        <p:spPr>
          <a:xfrm>
            <a:off x="7081583" y="6165617"/>
            <a:ext cx="3040484" cy="461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Alexandros Papaspyridis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Director, Higher Education, Microsoft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97D50-130A-4A23-A252-E7DADE0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74762" y="7314931"/>
            <a:ext cx="3854125" cy="402483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>
                <a:solidFill>
                  <a:srgbClr val="444444"/>
                </a:solidFill>
                <a:latin typeface="Segoe UI" panose="020B0502040204020203" pitchFamily="34" charset="0"/>
              </a:rPr>
              <a:t>© 2023 EYGM Limited. All Rights Reserved.</a:t>
            </a:r>
            <a:endParaRPr lang="en-GB" dirty="0"/>
          </a:p>
          <a:p>
            <a:endParaRPr lang="en-GB" dirty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E756391-C984-4279-B19F-5D6A5E90CB8D}"/>
              </a:ext>
            </a:extLst>
          </p:cNvPr>
          <p:cNvCxnSpPr>
            <a:cxnSpLocks/>
          </p:cNvCxnSpPr>
          <p:nvPr userDrawn="1"/>
        </p:nvCxnSpPr>
        <p:spPr>
          <a:xfrm>
            <a:off x="2214400" y="3795622"/>
            <a:ext cx="6263014" cy="0"/>
          </a:xfrm>
          <a:prstGeom prst="line">
            <a:avLst/>
          </a:prstGeom>
          <a:ln w="28575">
            <a:solidFill>
              <a:srgbClr val="FFE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3382338-D59F-43D1-BDD6-CEB9B868029F}"/>
              </a:ext>
            </a:extLst>
          </p:cNvPr>
          <p:cNvCxnSpPr>
            <a:cxnSpLocks/>
          </p:cNvCxnSpPr>
          <p:nvPr userDrawn="1"/>
        </p:nvCxnSpPr>
        <p:spPr>
          <a:xfrm>
            <a:off x="569746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A08271-3DEB-49A4-B899-7C61600D1DC4}"/>
              </a:ext>
            </a:extLst>
          </p:cNvPr>
          <p:cNvCxnSpPr>
            <a:cxnSpLocks/>
          </p:cNvCxnSpPr>
          <p:nvPr userDrawn="1"/>
        </p:nvCxnSpPr>
        <p:spPr>
          <a:xfrm>
            <a:off x="7081582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4">
            <a:extLst>
              <a:ext uri="{FF2B5EF4-FFF2-40B4-BE49-F238E27FC236}">
                <a16:creationId xmlns:a16="http://schemas.microsoft.com/office/drawing/2014/main" id="{5044809D-1320-4B48-BEF6-F0C62017E5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2844" y="561618"/>
            <a:ext cx="1080000" cy="1282704"/>
            <a:chOff x="4857" y="3364"/>
            <a:chExt cx="622" cy="729"/>
          </a:xfrm>
        </p:grpSpPr>
        <p:sp>
          <p:nvSpPr>
            <p:cNvPr id="171" name="AutoShape 3">
              <a:extLst>
                <a:ext uri="{FF2B5EF4-FFF2-40B4-BE49-F238E27FC236}">
                  <a16:creationId xmlns:a16="http://schemas.microsoft.com/office/drawing/2014/main" id="{5E7BEA53-1940-4BF4-8134-CD6ACFEA8F5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2" name="Freeform 5">
              <a:extLst>
                <a:ext uri="{FF2B5EF4-FFF2-40B4-BE49-F238E27FC236}">
                  <a16:creationId xmlns:a16="http://schemas.microsoft.com/office/drawing/2014/main" id="{6C5F8E9B-E8EE-4952-B94D-B8424625C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9D49455B-7C03-472F-8E9A-1ED96B78B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moveTo>
                    <a:pt x="152" y="1823"/>
                  </a:moveTo>
                  <a:moveTo>
                    <a:pt x="151" y="1685"/>
                  </a:moveTo>
                  <a:moveTo>
                    <a:pt x="298" y="1778"/>
                  </a:moveTo>
                  <a:moveTo>
                    <a:pt x="1143" y="1874"/>
                  </a:moveTo>
                  <a:moveTo>
                    <a:pt x="597" y="1755"/>
                  </a:moveTo>
                  <a:moveTo>
                    <a:pt x="646" y="1585"/>
                  </a:moveTo>
                  <a:moveTo>
                    <a:pt x="877" y="1666"/>
                  </a:moveTo>
                  <a:moveTo>
                    <a:pt x="838" y="1829"/>
                  </a:moveTo>
                  <a:moveTo>
                    <a:pt x="2084" y="1645"/>
                  </a:moveTo>
                  <a:moveTo>
                    <a:pt x="2074" y="1696"/>
                  </a:moveTo>
                  <a:moveTo>
                    <a:pt x="1455" y="1666"/>
                  </a:moveTo>
                  <a:moveTo>
                    <a:pt x="1455" y="1719"/>
                  </a:moveTo>
                  <a:moveTo>
                    <a:pt x="1683" y="1705"/>
                  </a:moveTo>
                  <a:moveTo>
                    <a:pt x="1698" y="1800"/>
                  </a:moveTo>
                  <a:moveTo>
                    <a:pt x="2350" y="1810"/>
                  </a:moveTo>
                  <a:moveTo>
                    <a:pt x="2257" y="1739"/>
                  </a:moveTo>
                  <a:moveTo>
                    <a:pt x="2884" y="1810"/>
                  </a:moveTo>
                  <a:moveTo>
                    <a:pt x="2791" y="1739"/>
                  </a:moveTo>
                  <a:moveTo>
                    <a:pt x="2658" y="1797"/>
                  </a:moveTo>
                  <a:moveTo>
                    <a:pt x="2550" y="1869"/>
                  </a:moveTo>
                  <a:moveTo>
                    <a:pt x="3096" y="1713"/>
                  </a:moveTo>
                  <a:moveTo>
                    <a:pt x="597" y="1591"/>
                  </a:moveTo>
                  <a:moveTo>
                    <a:pt x="981" y="1651"/>
                  </a:moveTo>
                  <a:moveTo>
                    <a:pt x="1037" y="1591"/>
                  </a:moveTo>
                  <a:moveTo>
                    <a:pt x="2558" y="2058"/>
                  </a:moveTo>
                  <a:moveTo>
                    <a:pt x="2519" y="2220"/>
                  </a:moveTo>
                  <a:moveTo>
                    <a:pt x="677" y="2105"/>
                  </a:moveTo>
                  <a:moveTo>
                    <a:pt x="242" y="2042"/>
                  </a:moveTo>
                  <a:moveTo>
                    <a:pt x="409" y="2037"/>
                  </a:moveTo>
                  <a:moveTo>
                    <a:pt x="409" y="2219"/>
                  </a:moveTo>
                  <a:moveTo>
                    <a:pt x="2285" y="2105"/>
                  </a:moveTo>
                  <a:moveTo>
                    <a:pt x="1850" y="2042"/>
                  </a:moveTo>
                  <a:moveTo>
                    <a:pt x="2016" y="2037"/>
                  </a:moveTo>
                  <a:moveTo>
                    <a:pt x="2016" y="2219"/>
                  </a:moveTo>
                  <a:moveTo>
                    <a:pt x="843" y="2116"/>
                  </a:moveTo>
                  <a:moveTo>
                    <a:pt x="1105" y="2266"/>
                  </a:moveTo>
                  <a:moveTo>
                    <a:pt x="1418" y="2058"/>
                  </a:moveTo>
                  <a:moveTo>
                    <a:pt x="1418" y="2110"/>
                  </a:moveTo>
                  <a:moveTo>
                    <a:pt x="945" y="2042"/>
                  </a:moveTo>
                  <a:moveTo>
                    <a:pt x="1000" y="1982"/>
                  </a:moveTo>
                  <a:moveTo>
                    <a:pt x="2325" y="1977"/>
                  </a:moveTo>
                  <a:moveTo>
                    <a:pt x="400" y="762"/>
                  </a:moveTo>
                  <a:moveTo>
                    <a:pt x="1702" y="0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</p:grpSp>
      <p:pic>
        <p:nvPicPr>
          <p:cNvPr id="174" name="Graphic 173">
            <a:extLst>
              <a:ext uri="{FF2B5EF4-FFF2-40B4-BE49-F238E27FC236}">
                <a16:creationId xmlns:a16="http://schemas.microsoft.com/office/drawing/2014/main" id="{16EC7F8A-510D-47E1-8C81-E7D29DC71A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7157" y="606500"/>
            <a:ext cx="2367926" cy="50578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DFDF024-768B-4E7C-9782-521852E558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08589" y="1429950"/>
            <a:ext cx="2364691" cy="60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443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0055C33-19A3-4284-9469-1C43A404CD13}"/>
              </a:ext>
            </a:extLst>
          </p:cNvPr>
          <p:cNvSpPr>
            <a:spLocks/>
          </p:cNvSpPr>
          <p:nvPr userDrawn="1"/>
        </p:nvSpPr>
        <p:spPr>
          <a:xfrm>
            <a:off x="334018" y="2544457"/>
            <a:ext cx="10035533" cy="2484743"/>
          </a:xfrm>
          <a:prstGeom prst="rect">
            <a:avLst/>
          </a:prstGeom>
          <a:solidFill>
            <a:srgbClr val="74748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2B493B2-599A-4B17-80A7-BBD29BB1835A}"/>
              </a:ext>
            </a:extLst>
          </p:cNvPr>
          <p:cNvSpPr txBox="1">
            <a:spLocks/>
          </p:cNvSpPr>
          <p:nvPr userDrawn="1"/>
        </p:nvSpPr>
        <p:spPr>
          <a:xfrm>
            <a:off x="334018" y="6862306"/>
            <a:ext cx="10050463" cy="369332"/>
          </a:xfrm>
          <a:prstGeom prst="rect">
            <a:avLst/>
          </a:prstGeom>
          <a:solidFill>
            <a:srgbClr val="FFE6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solidFill>
                  <a:schemeClr val="tx1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3F42BA56-CAE3-41F7-9275-0DB1B2158B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088" y="322263"/>
            <a:ext cx="10050463" cy="7019925"/>
          </a:xfrm>
          <a:prstGeom prst="rect">
            <a:avLst/>
          </a:prstGeom>
          <a:noFill/>
          <a:ln w="23813" cap="flat">
            <a:solidFill>
              <a:srgbClr val="7474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Freeform 17">
            <a:extLst>
              <a:ext uri="{FF2B5EF4-FFF2-40B4-BE49-F238E27FC236}">
                <a16:creationId xmlns:a16="http://schemas.microsoft.com/office/drawing/2014/main" id="{26EB76D5-7537-4808-BE7E-0FC9CCE11925}"/>
              </a:ext>
            </a:extLst>
          </p:cNvPr>
          <p:cNvSpPr>
            <a:spLocks/>
          </p:cNvSpPr>
          <p:nvPr userDrawn="1"/>
        </p:nvSpPr>
        <p:spPr bwMode="auto">
          <a:xfrm>
            <a:off x="3338514" y="2239657"/>
            <a:ext cx="4014786" cy="574227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0794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This is to certify that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66" name="Subtitle 2">
            <a:extLst>
              <a:ext uri="{FF2B5EF4-FFF2-40B4-BE49-F238E27FC236}">
                <a16:creationId xmlns:a16="http://schemas.microsoft.com/office/drawing/2014/main" id="{0008E2B0-8C2A-41AF-96F4-19FD43337F99}"/>
              </a:ext>
            </a:extLst>
          </p:cNvPr>
          <p:cNvSpPr txBox="1">
            <a:spLocks/>
          </p:cNvSpPr>
          <p:nvPr userDrawn="1"/>
        </p:nvSpPr>
        <p:spPr>
          <a:xfrm>
            <a:off x="2214400" y="390505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is a global </a:t>
            </a:r>
            <a:r>
              <a:rPr lang="en-GB" sz="2800" b="1" dirty="0">
                <a:latin typeface="EYInterstate" panose="02000503020000020004" pitchFamily="2" charset="0"/>
                <a:ea typeface="+mj-ea"/>
                <a:cs typeface="+mj-cs"/>
              </a:rPr>
              <a:t>semi-finalist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 in the 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2022 Better Working World Data Challenge.</a:t>
            </a:r>
            <a:b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</a:br>
          </a:p>
        </p:txBody>
      </p:sp>
      <p:sp>
        <p:nvSpPr>
          <p:cNvPr id="167" name="Title 35">
            <a:extLst>
              <a:ext uri="{FF2B5EF4-FFF2-40B4-BE49-F238E27FC236}">
                <a16:creationId xmlns:a16="http://schemas.microsoft.com/office/drawing/2014/main" id="{E99C4E33-460E-455E-BE5F-18795CB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400" y="3201833"/>
            <a:ext cx="6263014" cy="574258"/>
          </a:xfrm>
        </p:spPr>
        <p:txBody>
          <a:bodyPr>
            <a:normAutofit/>
          </a:bodyPr>
          <a:lstStyle>
            <a:lvl1pPr algn="ctr">
              <a:defRPr sz="3500" b="1"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[Insert Name Here]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7B001-A857-4A97-B110-28C358E21379}"/>
              </a:ext>
            </a:extLst>
          </p:cNvPr>
          <p:cNvSpPr txBox="1">
            <a:spLocks/>
          </p:cNvSpPr>
          <p:nvPr userDrawn="1"/>
        </p:nvSpPr>
        <p:spPr>
          <a:xfrm>
            <a:off x="569746" y="6165616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Beatriz Sanz Saiz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Global Data &amp; Analytics Leader, EY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8881B7-9B56-45C9-8F51-5B4E7B548053}"/>
              </a:ext>
            </a:extLst>
          </p:cNvPr>
          <p:cNvSpPr txBox="1">
            <a:spLocks/>
          </p:cNvSpPr>
          <p:nvPr userDrawn="1"/>
        </p:nvSpPr>
        <p:spPr>
          <a:xfrm>
            <a:off x="7081583" y="6165617"/>
            <a:ext cx="3040484" cy="461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Alexandros Papaspyridis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Director, Higher Education, Microsoft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E756391-C984-4279-B19F-5D6A5E90CB8D}"/>
              </a:ext>
            </a:extLst>
          </p:cNvPr>
          <p:cNvCxnSpPr>
            <a:cxnSpLocks/>
          </p:cNvCxnSpPr>
          <p:nvPr userDrawn="1"/>
        </p:nvCxnSpPr>
        <p:spPr>
          <a:xfrm>
            <a:off x="2214400" y="3795622"/>
            <a:ext cx="6263014" cy="0"/>
          </a:xfrm>
          <a:prstGeom prst="line">
            <a:avLst/>
          </a:prstGeom>
          <a:ln w="28575">
            <a:solidFill>
              <a:srgbClr val="FFE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3382338-D59F-43D1-BDD6-CEB9B868029F}"/>
              </a:ext>
            </a:extLst>
          </p:cNvPr>
          <p:cNvCxnSpPr>
            <a:cxnSpLocks/>
          </p:cNvCxnSpPr>
          <p:nvPr userDrawn="1"/>
        </p:nvCxnSpPr>
        <p:spPr>
          <a:xfrm>
            <a:off x="569746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A08271-3DEB-49A4-B899-7C61600D1DC4}"/>
              </a:ext>
            </a:extLst>
          </p:cNvPr>
          <p:cNvCxnSpPr>
            <a:cxnSpLocks/>
          </p:cNvCxnSpPr>
          <p:nvPr userDrawn="1"/>
        </p:nvCxnSpPr>
        <p:spPr>
          <a:xfrm>
            <a:off x="7081582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4">
            <a:extLst>
              <a:ext uri="{FF2B5EF4-FFF2-40B4-BE49-F238E27FC236}">
                <a16:creationId xmlns:a16="http://schemas.microsoft.com/office/drawing/2014/main" id="{5044809D-1320-4B48-BEF6-F0C62017E5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2844" y="561618"/>
            <a:ext cx="1080000" cy="1282704"/>
            <a:chOff x="4857" y="3364"/>
            <a:chExt cx="622" cy="729"/>
          </a:xfrm>
        </p:grpSpPr>
        <p:sp>
          <p:nvSpPr>
            <p:cNvPr id="171" name="AutoShape 3">
              <a:extLst>
                <a:ext uri="{FF2B5EF4-FFF2-40B4-BE49-F238E27FC236}">
                  <a16:creationId xmlns:a16="http://schemas.microsoft.com/office/drawing/2014/main" id="{5E7BEA53-1940-4BF4-8134-CD6ACFEA8F5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2" name="Freeform 5">
              <a:extLst>
                <a:ext uri="{FF2B5EF4-FFF2-40B4-BE49-F238E27FC236}">
                  <a16:creationId xmlns:a16="http://schemas.microsoft.com/office/drawing/2014/main" id="{6C5F8E9B-E8EE-4952-B94D-B8424625C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9D49455B-7C03-472F-8E9A-1ED96B78B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moveTo>
                    <a:pt x="152" y="1823"/>
                  </a:moveTo>
                  <a:moveTo>
                    <a:pt x="151" y="1685"/>
                  </a:moveTo>
                  <a:moveTo>
                    <a:pt x="298" y="1778"/>
                  </a:moveTo>
                  <a:moveTo>
                    <a:pt x="1143" y="1874"/>
                  </a:moveTo>
                  <a:moveTo>
                    <a:pt x="597" y="1755"/>
                  </a:moveTo>
                  <a:moveTo>
                    <a:pt x="646" y="1585"/>
                  </a:moveTo>
                  <a:moveTo>
                    <a:pt x="877" y="1666"/>
                  </a:moveTo>
                  <a:moveTo>
                    <a:pt x="838" y="1829"/>
                  </a:moveTo>
                  <a:moveTo>
                    <a:pt x="2084" y="1645"/>
                  </a:moveTo>
                  <a:moveTo>
                    <a:pt x="2074" y="1696"/>
                  </a:moveTo>
                  <a:moveTo>
                    <a:pt x="1455" y="1666"/>
                  </a:moveTo>
                  <a:moveTo>
                    <a:pt x="1455" y="1719"/>
                  </a:moveTo>
                  <a:moveTo>
                    <a:pt x="1683" y="1705"/>
                  </a:moveTo>
                  <a:moveTo>
                    <a:pt x="1698" y="1800"/>
                  </a:moveTo>
                  <a:moveTo>
                    <a:pt x="2350" y="1810"/>
                  </a:moveTo>
                  <a:moveTo>
                    <a:pt x="2257" y="1739"/>
                  </a:moveTo>
                  <a:moveTo>
                    <a:pt x="2884" y="1810"/>
                  </a:moveTo>
                  <a:moveTo>
                    <a:pt x="2791" y="1739"/>
                  </a:moveTo>
                  <a:moveTo>
                    <a:pt x="2658" y="1797"/>
                  </a:moveTo>
                  <a:moveTo>
                    <a:pt x="2550" y="1869"/>
                  </a:moveTo>
                  <a:moveTo>
                    <a:pt x="3096" y="1713"/>
                  </a:moveTo>
                  <a:moveTo>
                    <a:pt x="597" y="1591"/>
                  </a:moveTo>
                  <a:moveTo>
                    <a:pt x="981" y="1651"/>
                  </a:moveTo>
                  <a:moveTo>
                    <a:pt x="1037" y="1591"/>
                  </a:moveTo>
                  <a:moveTo>
                    <a:pt x="2558" y="2058"/>
                  </a:moveTo>
                  <a:moveTo>
                    <a:pt x="2519" y="2220"/>
                  </a:moveTo>
                  <a:moveTo>
                    <a:pt x="677" y="2105"/>
                  </a:moveTo>
                  <a:moveTo>
                    <a:pt x="242" y="2042"/>
                  </a:moveTo>
                  <a:moveTo>
                    <a:pt x="409" y="2037"/>
                  </a:moveTo>
                  <a:moveTo>
                    <a:pt x="409" y="2219"/>
                  </a:moveTo>
                  <a:moveTo>
                    <a:pt x="2285" y="2105"/>
                  </a:moveTo>
                  <a:moveTo>
                    <a:pt x="1850" y="2042"/>
                  </a:moveTo>
                  <a:moveTo>
                    <a:pt x="2016" y="2037"/>
                  </a:moveTo>
                  <a:moveTo>
                    <a:pt x="2016" y="2219"/>
                  </a:moveTo>
                  <a:moveTo>
                    <a:pt x="843" y="2116"/>
                  </a:moveTo>
                  <a:moveTo>
                    <a:pt x="1105" y="2266"/>
                  </a:moveTo>
                  <a:moveTo>
                    <a:pt x="1418" y="2058"/>
                  </a:moveTo>
                  <a:moveTo>
                    <a:pt x="1418" y="2110"/>
                  </a:moveTo>
                  <a:moveTo>
                    <a:pt x="945" y="2042"/>
                  </a:moveTo>
                  <a:moveTo>
                    <a:pt x="1000" y="1982"/>
                  </a:moveTo>
                  <a:moveTo>
                    <a:pt x="2325" y="1977"/>
                  </a:moveTo>
                  <a:moveTo>
                    <a:pt x="400" y="762"/>
                  </a:moveTo>
                  <a:moveTo>
                    <a:pt x="1702" y="0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</p:grpSp>
      <p:pic>
        <p:nvPicPr>
          <p:cNvPr id="174" name="Graphic 173">
            <a:extLst>
              <a:ext uri="{FF2B5EF4-FFF2-40B4-BE49-F238E27FC236}">
                <a16:creationId xmlns:a16="http://schemas.microsoft.com/office/drawing/2014/main" id="{16EC7F8A-510D-47E1-8C81-E7D29DC71A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7157" y="808302"/>
            <a:ext cx="2367926" cy="50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16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7C381A-4832-44EF-BC1F-D344FAAAD711}"/>
              </a:ext>
            </a:extLst>
          </p:cNvPr>
          <p:cNvSpPr>
            <a:spLocks/>
          </p:cNvSpPr>
          <p:nvPr userDrawn="1"/>
        </p:nvSpPr>
        <p:spPr>
          <a:xfrm>
            <a:off x="334018" y="2544457"/>
            <a:ext cx="10035533" cy="2484743"/>
          </a:xfrm>
          <a:prstGeom prst="rect">
            <a:avLst/>
          </a:prstGeom>
          <a:solidFill>
            <a:srgbClr val="74748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2B493B2-599A-4B17-80A7-BBD29BB1835A}"/>
              </a:ext>
            </a:extLst>
          </p:cNvPr>
          <p:cNvSpPr txBox="1">
            <a:spLocks/>
          </p:cNvSpPr>
          <p:nvPr userDrawn="1"/>
        </p:nvSpPr>
        <p:spPr>
          <a:xfrm>
            <a:off x="334018" y="6862306"/>
            <a:ext cx="10050463" cy="369332"/>
          </a:xfrm>
          <a:prstGeom prst="rect">
            <a:avLst/>
          </a:prstGeom>
          <a:solidFill>
            <a:srgbClr val="FFE6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solidFill>
                  <a:schemeClr val="tx1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3F42BA56-CAE3-41F7-9275-0DB1B2158B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088" y="322263"/>
            <a:ext cx="10050463" cy="7019925"/>
          </a:xfrm>
          <a:prstGeom prst="rect">
            <a:avLst/>
          </a:prstGeom>
          <a:noFill/>
          <a:ln w="23813" cap="flat">
            <a:solidFill>
              <a:srgbClr val="7474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Freeform 17">
            <a:extLst>
              <a:ext uri="{FF2B5EF4-FFF2-40B4-BE49-F238E27FC236}">
                <a16:creationId xmlns:a16="http://schemas.microsoft.com/office/drawing/2014/main" id="{26EB76D5-7537-4808-BE7E-0FC9CCE11925}"/>
              </a:ext>
            </a:extLst>
          </p:cNvPr>
          <p:cNvSpPr>
            <a:spLocks/>
          </p:cNvSpPr>
          <p:nvPr userDrawn="1"/>
        </p:nvSpPr>
        <p:spPr bwMode="auto">
          <a:xfrm>
            <a:off x="3338514" y="2239657"/>
            <a:ext cx="4014786" cy="574227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R="0" lvl="0" indent="0" algn="ctr" defTabSz="100794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800" b="1" i="0" u="none" strike="noStrike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rPr>
              <a:t>This is to certify that</a:t>
            </a:r>
            <a:endParaRPr kumimoji="0" lang="en-GB" sz="2800" b="1" i="0" u="none" strike="noStrike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66" name="Subtitle 2">
            <a:extLst>
              <a:ext uri="{FF2B5EF4-FFF2-40B4-BE49-F238E27FC236}">
                <a16:creationId xmlns:a16="http://schemas.microsoft.com/office/drawing/2014/main" id="{0008E2B0-8C2A-41AF-96F4-19FD43337F99}"/>
              </a:ext>
            </a:extLst>
          </p:cNvPr>
          <p:cNvSpPr txBox="1">
            <a:spLocks/>
          </p:cNvSpPr>
          <p:nvPr userDrawn="1"/>
        </p:nvSpPr>
        <p:spPr>
          <a:xfrm>
            <a:off x="2214400" y="390505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is a global </a:t>
            </a:r>
            <a:r>
              <a:rPr lang="en-GB" sz="2800" b="1" dirty="0">
                <a:latin typeface="EYInterstate" panose="02000503020000020004" pitchFamily="2" charset="0"/>
                <a:ea typeface="+mj-ea"/>
                <a:cs typeface="+mj-cs"/>
              </a:rPr>
              <a:t>finalist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 in the 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2022 Better Working World Data Challenge</a:t>
            </a:r>
            <a:b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</a:br>
          </a:p>
        </p:txBody>
      </p:sp>
      <p:sp>
        <p:nvSpPr>
          <p:cNvPr id="167" name="Title 35">
            <a:extLst>
              <a:ext uri="{FF2B5EF4-FFF2-40B4-BE49-F238E27FC236}">
                <a16:creationId xmlns:a16="http://schemas.microsoft.com/office/drawing/2014/main" id="{E99C4E33-460E-455E-BE5F-18795CB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400" y="3201833"/>
            <a:ext cx="6263014" cy="574258"/>
          </a:xfrm>
        </p:spPr>
        <p:txBody>
          <a:bodyPr>
            <a:normAutofit/>
          </a:bodyPr>
          <a:lstStyle>
            <a:lvl1pPr algn="ctr">
              <a:defRPr sz="3500" b="1"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[Insert Name Here]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7B001-A857-4A97-B110-28C358E21379}"/>
              </a:ext>
            </a:extLst>
          </p:cNvPr>
          <p:cNvSpPr txBox="1">
            <a:spLocks/>
          </p:cNvSpPr>
          <p:nvPr userDrawn="1"/>
        </p:nvSpPr>
        <p:spPr>
          <a:xfrm>
            <a:off x="569746" y="6165616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Beatriz Sanz Saiz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Global Data &amp; Analytics Leader, EY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8881B7-9B56-45C9-8F51-5B4E7B548053}"/>
              </a:ext>
            </a:extLst>
          </p:cNvPr>
          <p:cNvSpPr txBox="1">
            <a:spLocks/>
          </p:cNvSpPr>
          <p:nvPr userDrawn="1"/>
        </p:nvSpPr>
        <p:spPr>
          <a:xfrm>
            <a:off x="7081583" y="6165617"/>
            <a:ext cx="3040484" cy="461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Alexandros Papaspyridis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Director, Higher Education, Microsoft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E756391-C984-4279-B19F-5D6A5E90CB8D}"/>
              </a:ext>
            </a:extLst>
          </p:cNvPr>
          <p:cNvCxnSpPr>
            <a:cxnSpLocks/>
          </p:cNvCxnSpPr>
          <p:nvPr userDrawn="1"/>
        </p:nvCxnSpPr>
        <p:spPr>
          <a:xfrm>
            <a:off x="2214400" y="3795622"/>
            <a:ext cx="6263014" cy="0"/>
          </a:xfrm>
          <a:prstGeom prst="line">
            <a:avLst/>
          </a:prstGeom>
          <a:ln w="28575">
            <a:solidFill>
              <a:srgbClr val="FFE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3382338-D59F-43D1-BDD6-CEB9B868029F}"/>
              </a:ext>
            </a:extLst>
          </p:cNvPr>
          <p:cNvCxnSpPr>
            <a:cxnSpLocks/>
          </p:cNvCxnSpPr>
          <p:nvPr userDrawn="1"/>
        </p:nvCxnSpPr>
        <p:spPr>
          <a:xfrm>
            <a:off x="569746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A08271-3DEB-49A4-B899-7C61600D1DC4}"/>
              </a:ext>
            </a:extLst>
          </p:cNvPr>
          <p:cNvCxnSpPr>
            <a:cxnSpLocks/>
          </p:cNvCxnSpPr>
          <p:nvPr userDrawn="1"/>
        </p:nvCxnSpPr>
        <p:spPr>
          <a:xfrm>
            <a:off x="7081582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4">
            <a:extLst>
              <a:ext uri="{FF2B5EF4-FFF2-40B4-BE49-F238E27FC236}">
                <a16:creationId xmlns:a16="http://schemas.microsoft.com/office/drawing/2014/main" id="{5044809D-1320-4B48-BEF6-F0C62017E5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2844" y="561618"/>
            <a:ext cx="1080000" cy="1282704"/>
            <a:chOff x="4857" y="3364"/>
            <a:chExt cx="622" cy="729"/>
          </a:xfrm>
        </p:grpSpPr>
        <p:sp>
          <p:nvSpPr>
            <p:cNvPr id="171" name="AutoShape 3">
              <a:extLst>
                <a:ext uri="{FF2B5EF4-FFF2-40B4-BE49-F238E27FC236}">
                  <a16:creationId xmlns:a16="http://schemas.microsoft.com/office/drawing/2014/main" id="{5E7BEA53-1940-4BF4-8134-CD6ACFEA8F5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2" name="Freeform 5">
              <a:extLst>
                <a:ext uri="{FF2B5EF4-FFF2-40B4-BE49-F238E27FC236}">
                  <a16:creationId xmlns:a16="http://schemas.microsoft.com/office/drawing/2014/main" id="{6C5F8E9B-E8EE-4952-B94D-B8424625C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9D49455B-7C03-472F-8E9A-1ED96B78B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moveTo>
                    <a:pt x="152" y="1823"/>
                  </a:moveTo>
                  <a:moveTo>
                    <a:pt x="151" y="1685"/>
                  </a:moveTo>
                  <a:moveTo>
                    <a:pt x="298" y="1778"/>
                  </a:moveTo>
                  <a:moveTo>
                    <a:pt x="1143" y="1874"/>
                  </a:moveTo>
                  <a:moveTo>
                    <a:pt x="597" y="1755"/>
                  </a:moveTo>
                  <a:moveTo>
                    <a:pt x="646" y="1585"/>
                  </a:moveTo>
                  <a:moveTo>
                    <a:pt x="877" y="1666"/>
                  </a:moveTo>
                  <a:moveTo>
                    <a:pt x="838" y="1829"/>
                  </a:moveTo>
                  <a:moveTo>
                    <a:pt x="2084" y="1645"/>
                  </a:moveTo>
                  <a:moveTo>
                    <a:pt x="2074" y="1696"/>
                  </a:moveTo>
                  <a:moveTo>
                    <a:pt x="1455" y="1666"/>
                  </a:moveTo>
                  <a:moveTo>
                    <a:pt x="1455" y="1719"/>
                  </a:moveTo>
                  <a:moveTo>
                    <a:pt x="1683" y="1705"/>
                  </a:moveTo>
                  <a:moveTo>
                    <a:pt x="1698" y="1800"/>
                  </a:moveTo>
                  <a:moveTo>
                    <a:pt x="2350" y="1810"/>
                  </a:moveTo>
                  <a:moveTo>
                    <a:pt x="2257" y="1739"/>
                  </a:moveTo>
                  <a:moveTo>
                    <a:pt x="2884" y="1810"/>
                  </a:moveTo>
                  <a:moveTo>
                    <a:pt x="2791" y="1739"/>
                  </a:moveTo>
                  <a:moveTo>
                    <a:pt x="2658" y="1797"/>
                  </a:moveTo>
                  <a:moveTo>
                    <a:pt x="2550" y="1869"/>
                  </a:moveTo>
                  <a:moveTo>
                    <a:pt x="3096" y="1713"/>
                  </a:moveTo>
                  <a:moveTo>
                    <a:pt x="597" y="1591"/>
                  </a:moveTo>
                  <a:moveTo>
                    <a:pt x="981" y="1651"/>
                  </a:moveTo>
                  <a:moveTo>
                    <a:pt x="1037" y="1591"/>
                  </a:moveTo>
                  <a:moveTo>
                    <a:pt x="2558" y="2058"/>
                  </a:moveTo>
                  <a:moveTo>
                    <a:pt x="2519" y="2220"/>
                  </a:moveTo>
                  <a:moveTo>
                    <a:pt x="677" y="2105"/>
                  </a:moveTo>
                  <a:moveTo>
                    <a:pt x="242" y="2042"/>
                  </a:moveTo>
                  <a:moveTo>
                    <a:pt x="409" y="2037"/>
                  </a:moveTo>
                  <a:moveTo>
                    <a:pt x="409" y="2219"/>
                  </a:moveTo>
                  <a:moveTo>
                    <a:pt x="2285" y="2105"/>
                  </a:moveTo>
                  <a:moveTo>
                    <a:pt x="1850" y="2042"/>
                  </a:moveTo>
                  <a:moveTo>
                    <a:pt x="2016" y="2037"/>
                  </a:moveTo>
                  <a:moveTo>
                    <a:pt x="2016" y="2219"/>
                  </a:moveTo>
                  <a:moveTo>
                    <a:pt x="843" y="2116"/>
                  </a:moveTo>
                  <a:moveTo>
                    <a:pt x="1105" y="2266"/>
                  </a:moveTo>
                  <a:moveTo>
                    <a:pt x="1418" y="2058"/>
                  </a:moveTo>
                  <a:moveTo>
                    <a:pt x="1418" y="2110"/>
                  </a:moveTo>
                  <a:moveTo>
                    <a:pt x="945" y="2042"/>
                  </a:moveTo>
                  <a:moveTo>
                    <a:pt x="1000" y="1982"/>
                  </a:moveTo>
                  <a:moveTo>
                    <a:pt x="2325" y="1977"/>
                  </a:moveTo>
                  <a:moveTo>
                    <a:pt x="400" y="762"/>
                  </a:moveTo>
                  <a:moveTo>
                    <a:pt x="1702" y="0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</p:grpSp>
      <p:pic>
        <p:nvPicPr>
          <p:cNvPr id="174" name="Graphic 173">
            <a:extLst>
              <a:ext uri="{FF2B5EF4-FFF2-40B4-BE49-F238E27FC236}">
                <a16:creationId xmlns:a16="http://schemas.microsoft.com/office/drawing/2014/main" id="{16EC7F8A-510D-47E1-8C81-E7D29DC71A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7157" y="808302"/>
            <a:ext cx="2367926" cy="50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4797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7C381A-4832-44EF-BC1F-D344FAAAD711}"/>
              </a:ext>
            </a:extLst>
          </p:cNvPr>
          <p:cNvSpPr>
            <a:spLocks/>
          </p:cNvSpPr>
          <p:nvPr userDrawn="1"/>
        </p:nvSpPr>
        <p:spPr>
          <a:xfrm>
            <a:off x="334018" y="2544457"/>
            <a:ext cx="10035533" cy="2484743"/>
          </a:xfrm>
          <a:prstGeom prst="rect">
            <a:avLst/>
          </a:prstGeom>
          <a:solidFill>
            <a:srgbClr val="74748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2B493B2-599A-4B17-80A7-BBD29BB1835A}"/>
              </a:ext>
            </a:extLst>
          </p:cNvPr>
          <p:cNvSpPr txBox="1">
            <a:spLocks/>
          </p:cNvSpPr>
          <p:nvPr userDrawn="1"/>
        </p:nvSpPr>
        <p:spPr>
          <a:xfrm>
            <a:off x="334018" y="6862306"/>
            <a:ext cx="10050463" cy="369332"/>
          </a:xfrm>
          <a:prstGeom prst="rect">
            <a:avLst/>
          </a:prstGeom>
          <a:solidFill>
            <a:srgbClr val="FFE6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solidFill>
                  <a:schemeClr val="tx1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3F42BA56-CAE3-41F7-9275-0DB1B2158B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088" y="322263"/>
            <a:ext cx="10050463" cy="7019925"/>
          </a:xfrm>
          <a:prstGeom prst="rect">
            <a:avLst/>
          </a:prstGeom>
          <a:noFill/>
          <a:ln w="23813" cap="flat">
            <a:solidFill>
              <a:srgbClr val="7474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Freeform 17">
            <a:extLst>
              <a:ext uri="{FF2B5EF4-FFF2-40B4-BE49-F238E27FC236}">
                <a16:creationId xmlns:a16="http://schemas.microsoft.com/office/drawing/2014/main" id="{26EB76D5-7537-4808-BE7E-0FC9CCE11925}"/>
              </a:ext>
            </a:extLst>
          </p:cNvPr>
          <p:cNvSpPr>
            <a:spLocks/>
          </p:cNvSpPr>
          <p:nvPr userDrawn="1"/>
        </p:nvSpPr>
        <p:spPr bwMode="auto">
          <a:xfrm>
            <a:off x="3338514" y="2239657"/>
            <a:ext cx="4014786" cy="574227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R="0" lvl="0" indent="0" algn="ctr" defTabSz="100794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800" b="1" i="0" u="none" strike="noStrike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rPr>
              <a:t>This is to certify that</a:t>
            </a:r>
            <a:endParaRPr kumimoji="0" lang="en-GB" sz="2800" b="1" i="0" u="none" strike="noStrike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66" name="Subtitle 2">
            <a:extLst>
              <a:ext uri="{FF2B5EF4-FFF2-40B4-BE49-F238E27FC236}">
                <a16:creationId xmlns:a16="http://schemas.microsoft.com/office/drawing/2014/main" id="{0008E2B0-8C2A-41AF-96F4-19FD43337F99}"/>
              </a:ext>
            </a:extLst>
          </p:cNvPr>
          <p:cNvSpPr txBox="1">
            <a:spLocks/>
          </p:cNvSpPr>
          <p:nvPr userDrawn="1"/>
        </p:nvSpPr>
        <p:spPr>
          <a:xfrm>
            <a:off x="2214400" y="390505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is a global </a:t>
            </a:r>
            <a:r>
              <a:rPr lang="en-GB" sz="2800" b="1" dirty="0">
                <a:latin typeface="EYInterstate" panose="02000503020000020004" pitchFamily="2" charset="0"/>
                <a:ea typeface="+mj-ea"/>
                <a:cs typeface="+mj-cs"/>
              </a:rPr>
              <a:t>runner-up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 in the 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2022 Better Working World Data Challenge</a:t>
            </a:r>
            <a:b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</a:br>
          </a:p>
        </p:txBody>
      </p:sp>
      <p:sp>
        <p:nvSpPr>
          <p:cNvPr id="167" name="Title 35">
            <a:extLst>
              <a:ext uri="{FF2B5EF4-FFF2-40B4-BE49-F238E27FC236}">
                <a16:creationId xmlns:a16="http://schemas.microsoft.com/office/drawing/2014/main" id="{E99C4E33-460E-455E-BE5F-18795CB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400" y="3201833"/>
            <a:ext cx="6263014" cy="574258"/>
          </a:xfrm>
        </p:spPr>
        <p:txBody>
          <a:bodyPr>
            <a:normAutofit/>
          </a:bodyPr>
          <a:lstStyle>
            <a:lvl1pPr algn="ctr">
              <a:defRPr sz="3500" b="1"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[Insert Name Here]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7B001-A857-4A97-B110-28C358E21379}"/>
              </a:ext>
            </a:extLst>
          </p:cNvPr>
          <p:cNvSpPr txBox="1">
            <a:spLocks/>
          </p:cNvSpPr>
          <p:nvPr userDrawn="1"/>
        </p:nvSpPr>
        <p:spPr>
          <a:xfrm>
            <a:off x="569746" y="6165616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Beatriz Sanz Saiz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Global Data &amp; Analytics Leader, EY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8881B7-9B56-45C9-8F51-5B4E7B548053}"/>
              </a:ext>
            </a:extLst>
          </p:cNvPr>
          <p:cNvSpPr txBox="1">
            <a:spLocks/>
          </p:cNvSpPr>
          <p:nvPr userDrawn="1"/>
        </p:nvSpPr>
        <p:spPr>
          <a:xfrm>
            <a:off x="7081583" y="6165617"/>
            <a:ext cx="3040484" cy="461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Alexandros Papaspyridis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Director, Higher Education, Microsoft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E756391-C984-4279-B19F-5D6A5E90CB8D}"/>
              </a:ext>
            </a:extLst>
          </p:cNvPr>
          <p:cNvCxnSpPr>
            <a:cxnSpLocks/>
          </p:cNvCxnSpPr>
          <p:nvPr userDrawn="1"/>
        </p:nvCxnSpPr>
        <p:spPr>
          <a:xfrm>
            <a:off x="2214400" y="3795622"/>
            <a:ext cx="6263014" cy="0"/>
          </a:xfrm>
          <a:prstGeom prst="line">
            <a:avLst/>
          </a:prstGeom>
          <a:ln w="28575">
            <a:solidFill>
              <a:srgbClr val="FFE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3382338-D59F-43D1-BDD6-CEB9B868029F}"/>
              </a:ext>
            </a:extLst>
          </p:cNvPr>
          <p:cNvCxnSpPr>
            <a:cxnSpLocks/>
          </p:cNvCxnSpPr>
          <p:nvPr userDrawn="1"/>
        </p:nvCxnSpPr>
        <p:spPr>
          <a:xfrm>
            <a:off x="569746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A08271-3DEB-49A4-B899-7C61600D1DC4}"/>
              </a:ext>
            </a:extLst>
          </p:cNvPr>
          <p:cNvCxnSpPr>
            <a:cxnSpLocks/>
          </p:cNvCxnSpPr>
          <p:nvPr userDrawn="1"/>
        </p:nvCxnSpPr>
        <p:spPr>
          <a:xfrm>
            <a:off x="7081582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4">
            <a:extLst>
              <a:ext uri="{FF2B5EF4-FFF2-40B4-BE49-F238E27FC236}">
                <a16:creationId xmlns:a16="http://schemas.microsoft.com/office/drawing/2014/main" id="{5044809D-1320-4B48-BEF6-F0C62017E5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2844" y="561618"/>
            <a:ext cx="1080000" cy="1282704"/>
            <a:chOff x="4857" y="3364"/>
            <a:chExt cx="622" cy="729"/>
          </a:xfrm>
        </p:grpSpPr>
        <p:sp>
          <p:nvSpPr>
            <p:cNvPr id="171" name="AutoShape 3">
              <a:extLst>
                <a:ext uri="{FF2B5EF4-FFF2-40B4-BE49-F238E27FC236}">
                  <a16:creationId xmlns:a16="http://schemas.microsoft.com/office/drawing/2014/main" id="{5E7BEA53-1940-4BF4-8134-CD6ACFEA8F5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2" name="Freeform 5">
              <a:extLst>
                <a:ext uri="{FF2B5EF4-FFF2-40B4-BE49-F238E27FC236}">
                  <a16:creationId xmlns:a16="http://schemas.microsoft.com/office/drawing/2014/main" id="{6C5F8E9B-E8EE-4952-B94D-B8424625C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9D49455B-7C03-472F-8E9A-1ED96B78B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moveTo>
                    <a:pt x="152" y="1823"/>
                  </a:moveTo>
                  <a:moveTo>
                    <a:pt x="151" y="1685"/>
                  </a:moveTo>
                  <a:moveTo>
                    <a:pt x="298" y="1778"/>
                  </a:moveTo>
                  <a:moveTo>
                    <a:pt x="1143" y="1874"/>
                  </a:moveTo>
                  <a:moveTo>
                    <a:pt x="597" y="1755"/>
                  </a:moveTo>
                  <a:moveTo>
                    <a:pt x="646" y="1585"/>
                  </a:moveTo>
                  <a:moveTo>
                    <a:pt x="877" y="1666"/>
                  </a:moveTo>
                  <a:moveTo>
                    <a:pt x="838" y="1829"/>
                  </a:moveTo>
                  <a:moveTo>
                    <a:pt x="2084" y="1645"/>
                  </a:moveTo>
                  <a:moveTo>
                    <a:pt x="2074" y="1696"/>
                  </a:moveTo>
                  <a:moveTo>
                    <a:pt x="1455" y="1666"/>
                  </a:moveTo>
                  <a:moveTo>
                    <a:pt x="1455" y="1719"/>
                  </a:moveTo>
                  <a:moveTo>
                    <a:pt x="1683" y="1705"/>
                  </a:moveTo>
                  <a:moveTo>
                    <a:pt x="1698" y="1800"/>
                  </a:moveTo>
                  <a:moveTo>
                    <a:pt x="2350" y="1810"/>
                  </a:moveTo>
                  <a:moveTo>
                    <a:pt x="2257" y="1739"/>
                  </a:moveTo>
                  <a:moveTo>
                    <a:pt x="2884" y="1810"/>
                  </a:moveTo>
                  <a:moveTo>
                    <a:pt x="2791" y="1739"/>
                  </a:moveTo>
                  <a:moveTo>
                    <a:pt x="2658" y="1797"/>
                  </a:moveTo>
                  <a:moveTo>
                    <a:pt x="2550" y="1869"/>
                  </a:moveTo>
                  <a:moveTo>
                    <a:pt x="3096" y="1713"/>
                  </a:moveTo>
                  <a:moveTo>
                    <a:pt x="597" y="1591"/>
                  </a:moveTo>
                  <a:moveTo>
                    <a:pt x="981" y="1651"/>
                  </a:moveTo>
                  <a:moveTo>
                    <a:pt x="1037" y="1591"/>
                  </a:moveTo>
                  <a:moveTo>
                    <a:pt x="2558" y="2058"/>
                  </a:moveTo>
                  <a:moveTo>
                    <a:pt x="2519" y="2220"/>
                  </a:moveTo>
                  <a:moveTo>
                    <a:pt x="677" y="2105"/>
                  </a:moveTo>
                  <a:moveTo>
                    <a:pt x="242" y="2042"/>
                  </a:moveTo>
                  <a:moveTo>
                    <a:pt x="409" y="2037"/>
                  </a:moveTo>
                  <a:moveTo>
                    <a:pt x="409" y="2219"/>
                  </a:moveTo>
                  <a:moveTo>
                    <a:pt x="2285" y="2105"/>
                  </a:moveTo>
                  <a:moveTo>
                    <a:pt x="1850" y="2042"/>
                  </a:moveTo>
                  <a:moveTo>
                    <a:pt x="2016" y="2037"/>
                  </a:moveTo>
                  <a:moveTo>
                    <a:pt x="2016" y="2219"/>
                  </a:moveTo>
                  <a:moveTo>
                    <a:pt x="843" y="2116"/>
                  </a:moveTo>
                  <a:moveTo>
                    <a:pt x="1105" y="2266"/>
                  </a:moveTo>
                  <a:moveTo>
                    <a:pt x="1418" y="2058"/>
                  </a:moveTo>
                  <a:moveTo>
                    <a:pt x="1418" y="2110"/>
                  </a:moveTo>
                  <a:moveTo>
                    <a:pt x="945" y="2042"/>
                  </a:moveTo>
                  <a:moveTo>
                    <a:pt x="1000" y="1982"/>
                  </a:moveTo>
                  <a:moveTo>
                    <a:pt x="2325" y="1977"/>
                  </a:moveTo>
                  <a:moveTo>
                    <a:pt x="400" y="762"/>
                  </a:moveTo>
                  <a:moveTo>
                    <a:pt x="1702" y="0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</p:grpSp>
      <p:pic>
        <p:nvPicPr>
          <p:cNvPr id="174" name="Graphic 173">
            <a:extLst>
              <a:ext uri="{FF2B5EF4-FFF2-40B4-BE49-F238E27FC236}">
                <a16:creationId xmlns:a16="http://schemas.microsoft.com/office/drawing/2014/main" id="{16EC7F8A-510D-47E1-8C81-E7D29DC71A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7157" y="808302"/>
            <a:ext cx="2367926" cy="50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8468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7C381A-4832-44EF-BC1F-D344FAAAD711}"/>
              </a:ext>
            </a:extLst>
          </p:cNvPr>
          <p:cNvSpPr>
            <a:spLocks/>
          </p:cNvSpPr>
          <p:nvPr userDrawn="1"/>
        </p:nvSpPr>
        <p:spPr>
          <a:xfrm>
            <a:off x="334018" y="2544457"/>
            <a:ext cx="10035533" cy="2484743"/>
          </a:xfrm>
          <a:prstGeom prst="rect">
            <a:avLst/>
          </a:prstGeom>
          <a:solidFill>
            <a:srgbClr val="74748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2B493B2-599A-4B17-80A7-BBD29BB1835A}"/>
              </a:ext>
            </a:extLst>
          </p:cNvPr>
          <p:cNvSpPr txBox="1">
            <a:spLocks/>
          </p:cNvSpPr>
          <p:nvPr userDrawn="1"/>
        </p:nvSpPr>
        <p:spPr>
          <a:xfrm>
            <a:off x="334018" y="6862306"/>
            <a:ext cx="10050463" cy="369332"/>
          </a:xfrm>
          <a:prstGeom prst="rect">
            <a:avLst/>
          </a:prstGeom>
          <a:solidFill>
            <a:srgbClr val="FFE6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solidFill>
                  <a:schemeClr val="tx1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3F42BA56-CAE3-41F7-9275-0DB1B2158B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088" y="322263"/>
            <a:ext cx="10050463" cy="7019925"/>
          </a:xfrm>
          <a:prstGeom prst="rect">
            <a:avLst/>
          </a:prstGeom>
          <a:noFill/>
          <a:ln w="23813" cap="flat">
            <a:solidFill>
              <a:srgbClr val="7474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Freeform 17">
            <a:extLst>
              <a:ext uri="{FF2B5EF4-FFF2-40B4-BE49-F238E27FC236}">
                <a16:creationId xmlns:a16="http://schemas.microsoft.com/office/drawing/2014/main" id="{26EB76D5-7537-4808-BE7E-0FC9CCE11925}"/>
              </a:ext>
            </a:extLst>
          </p:cNvPr>
          <p:cNvSpPr>
            <a:spLocks/>
          </p:cNvSpPr>
          <p:nvPr userDrawn="1"/>
        </p:nvSpPr>
        <p:spPr bwMode="auto">
          <a:xfrm>
            <a:off x="3338514" y="2239657"/>
            <a:ext cx="4014786" cy="574227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R="0" lvl="0" indent="0" algn="ctr" defTabSz="100794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800" b="1" i="0" u="none" strike="noStrike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rPr>
              <a:t>This is to certify that</a:t>
            </a:r>
            <a:endParaRPr kumimoji="0" lang="en-GB" sz="2800" b="1" i="0" u="none" strike="noStrike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66" name="Subtitle 2">
            <a:extLst>
              <a:ext uri="{FF2B5EF4-FFF2-40B4-BE49-F238E27FC236}">
                <a16:creationId xmlns:a16="http://schemas.microsoft.com/office/drawing/2014/main" id="{0008E2B0-8C2A-41AF-96F4-19FD43337F99}"/>
              </a:ext>
            </a:extLst>
          </p:cNvPr>
          <p:cNvSpPr txBox="1">
            <a:spLocks/>
          </p:cNvSpPr>
          <p:nvPr userDrawn="1"/>
        </p:nvSpPr>
        <p:spPr>
          <a:xfrm>
            <a:off x="2214400" y="390505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is a global </a:t>
            </a:r>
            <a:r>
              <a:rPr lang="en-GB" sz="2800" b="1" dirty="0">
                <a:latin typeface="EYInterstate" panose="02000503020000020004" pitchFamily="2" charset="0"/>
                <a:ea typeface="+mj-ea"/>
                <a:cs typeface="+mj-cs"/>
              </a:rPr>
              <a:t>winner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 in the 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2022 Better Working World Data Challenge</a:t>
            </a:r>
            <a:b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</a:br>
          </a:p>
        </p:txBody>
      </p:sp>
      <p:sp>
        <p:nvSpPr>
          <p:cNvPr id="167" name="Title 35">
            <a:extLst>
              <a:ext uri="{FF2B5EF4-FFF2-40B4-BE49-F238E27FC236}">
                <a16:creationId xmlns:a16="http://schemas.microsoft.com/office/drawing/2014/main" id="{E99C4E33-460E-455E-BE5F-18795CB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400" y="3201833"/>
            <a:ext cx="6263014" cy="574258"/>
          </a:xfrm>
        </p:spPr>
        <p:txBody>
          <a:bodyPr>
            <a:normAutofit/>
          </a:bodyPr>
          <a:lstStyle>
            <a:lvl1pPr algn="ctr">
              <a:defRPr sz="3500" b="1"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[Insert Name Here]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7B001-A857-4A97-B110-28C358E21379}"/>
              </a:ext>
            </a:extLst>
          </p:cNvPr>
          <p:cNvSpPr txBox="1">
            <a:spLocks/>
          </p:cNvSpPr>
          <p:nvPr userDrawn="1"/>
        </p:nvSpPr>
        <p:spPr>
          <a:xfrm>
            <a:off x="569746" y="6165616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Beatriz Sanz Saiz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Global Data &amp; Analytics Leader, EY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8881B7-9B56-45C9-8F51-5B4E7B548053}"/>
              </a:ext>
            </a:extLst>
          </p:cNvPr>
          <p:cNvSpPr txBox="1">
            <a:spLocks/>
          </p:cNvSpPr>
          <p:nvPr userDrawn="1"/>
        </p:nvSpPr>
        <p:spPr>
          <a:xfrm>
            <a:off x="7081583" y="6165617"/>
            <a:ext cx="3040484" cy="461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Alexandros Papaspyridis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Director, Higher Education, Microsoft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E756391-C984-4279-B19F-5D6A5E90CB8D}"/>
              </a:ext>
            </a:extLst>
          </p:cNvPr>
          <p:cNvCxnSpPr>
            <a:cxnSpLocks/>
          </p:cNvCxnSpPr>
          <p:nvPr userDrawn="1"/>
        </p:nvCxnSpPr>
        <p:spPr>
          <a:xfrm>
            <a:off x="2214400" y="3795622"/>
            <a:ext cx="6263014" cy="0"/>
          </a:xfrm>
          <a:prstGeom prst="line">
            <a:avLst/>
          </a:prstGeom>
          <a:ln w="28575">
            <a:solidFill>
              <a:srgbClr val="FFE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3382338-D59F-43D1-BDD6-CEB9B868029F}"/>
              </a:ext>
            </a:extLst>
          </p:cNvPr>
          <p:cNvCxnSpPr>
            <a:cxnSpLocks/>
          </p:cNvCxnSpPr>
          <p:nvPr userDrawn="1"/>
        </p:nvCxnSpPr>
        <p:spPr>
          <a:xfrm>
            <a:off x="569746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A08271-3DEB-49A4-B899-7C61600D1DC4}"/>
              </a:ext>
            </a:extLst>
          </p:cNvPr>
          <p:cNvCxnSpPr>
            <a:cxnSpLocks/>
          </p:cNvCxnSpPr>
          <p:nvPr userDrawn="1"/>
        </p:nvCxnSpPr>
        <p:spPr>
          <a:xfrm>
            <a:off x="7081582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4">
            <a:extLst>
              <a:ext uri="{FF2B5EF4-FFF2-40B4-BE49-F238E27FC236}">
                <a16:creationId xmlns:a16="http://schemas.microsoft.com/office/drawing/2014/main" id="{5044809D-1320-4B48-BEF6-F0C62017E5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2844" y="561618"/>
            <a:ext cx="1080000" cy="1282704"/>
            <a:chOff x="4857" y="3364"/>
            <a:chExt cx="622" cy="729"/>
          </a:xfrm>
        </p:grpSpPr>
        <p:sp>
          <p:nvSpPr>
            <p:cNvPr id="171" name="AutoShape 3">
              <a:extLst>
                <a:ext uri="{FF2B5EF4-FFF2-40B4-BE49-F238E27FC236}">
                  <a16:creationId xmlns:a16="http://schemas.microsoft.com/office/drawing/2014/main" id="{5E7BEA53-1940-4BF4-8134-CD6ACFEA8F5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2" name="Freeform 5">
              <a:extLst>
                <a:ext uri="{FF2B5EF4-FFF2-40B4-BE49-F238E27FC236}">
                  <a16:creationId xmlns:a16="http://schemas.microsoft.com/office/drawing/2014/main" id="{6C5F8E9B-E8EE-4952-B94D-B8424625C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9D49455B-7C03-472F-8E9A-1ED96B78B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moveTo>
                    <a:pt x="152" y="1823"/>
                  </a:moveTo>
                  <a:moveTo>
                    <a:pt x="151" y="1685"/>
                  </a:moveTo>
                  <a:moveTo>
                    <a:pt x="298" y="1778"/>
                  </a:moveTo>
                  <a:moveTo>
                    <a:pt x="1143" y="1874"/>
                  </a:moveTo>
                  <a:moveTo>
                    <a:pt x="597" y="1755"/>
                  </a:moveTo>
                  <a:moveTo>
                    <a:pt x="646" y="1585"/>
                  </a:moveTo>
                  <a:moveTo>
                    <a:pt x="877" y="1666"/>
                  </a:moveTo>
                  <a:moveTo>
                    <a:pt x="838" y="1829"/>
                  </a:moveTo>
                  <a:moveTo>
                    <a:pt x="2084" y="1645"/>
                  </a:moveTo>
                  <a:moveTo>
                    <a:pt x="2074" y="1696"/>
                  </a:moveTo>
                  <a:moveTo>
                    <a:pt x="1455" y="1666"/>
                  </a:moveTo>
                  <a:moveTo>
                    <a:pt x="1455" y="1719"/>
                  </a:moveTo>
                  <a:moveTo>
                    <a:pt x="1683" y="1705"/>
                  </a:moveTo>
                  <a:moveTo>
                    <a:pt x="1698" y="1800"/>
                  </a:moveTo>
                  <a:moveTo>
                    <a:pt x="2350" y="1810"/>
                  </a:moveTo>
                  <a:moveTo>
                    <a:pt x="2257" y="1739"/>
                  </a:moveTo>
                  <a:moveTo>
                    <a:pt x="2884" y="1810"/>
                  </a:moveTo>
                  <a:moveTo>
                    <a:pt x="2791" y="1739"/>
                  </a:moveTo>
                  <a:moveTo>
                    <a:pt x="2658" y="1797"/>
                  </a:moveTo>
                  <a:moveTo>
                    <a:pt x="2550" y="1869"/>
                  </a:moveTo>
                  <a:moveTo>
                    <a:pt x="3096" y="1713"/>
                  </a:moveTo>
                  <a:moveTo>
                    <a:pt x="597" y="1591"/>
                  </a:moveTo>
                  <a:moveTo>
                    <a:pt x="981" y="1651"/>
                  </a:moveTo>
                  <a:moveTo>
                    <a:pt x="1037" y="1591"/>
                  </a:moveTo>
                  <a:moveTo>
                    <a:pt x="2558" y="2058"/>
                  </a:moveTo>
                  <a:moveTo>
                    <a:pt x="2519" y="2220"/>
                  </a:moveTo>
                  <a:moveTo>
                    <a:pt x="677" y="2105"/>
                  </a:moveTo>
                  <a:moveTo>
                    <a:pt x="242" y="2042"/>
                  </a:moveTo>
                  <a:moveTo>
                    <a:pt x="409" y="2037"/>
                  </a:moveTo>
                  <a:moveTo>
                    <a:pt x="409" y="2219"/>
                  </a:moveTo>
                  <a:moveTo>
                    <a:pt x="2285" y="2105"/>
                  </a:moveTo>
                  <a:moveTo>
                    <a:pt x="1850" y="2042"/>
                  </a:moveTo>
                  <a:moveTo>
                    <a:pt x="2016" y="2037"/>
                  </a:moveTo>
                  <a:moveTo>
                    <a:pt x="2016" y="2219"/>
                  </a:moveTo>
                  <a:moveTo>
                    <a:pt x="843" y="2116"/>
                  </a:moveTo>
                  <a:moveTo>
                    <a:pt x="1105" y="2266"/>
                  </a:moveTo>
                  <a:moveTo>
                    <a:pt x="1418" y="2058"/>
                  </a:moveTo>
                  <a:moveTo>
                    <a:pt x="1418" y="2110"/>
                  </a:moveTo>
                  <a:moveTo>
                    <a:pt x="945" y="2042"/>
                  </a:moveTo>
                  <a:moveTo>
                    <a:pt x="1000" y="1982"/>
                  </a:moveTo>
                  <a:moveTo>
                    <a:pt x="2325" y="1977"/>
                  </a:moveTo>
                  <a:moveTo>
                    <a:pt x="400" y="762"/>
                  </a:moveTo>
                  <a:moveTo>
                    <a:pt x="1702" y="0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</p:grpSp>
      <p:pic>
        <p:nvPicPr>
          <p:cNvPr id="174" name="Graphic 173">
            <a:extLst>
              <a:ext uri="{FF2B5EF4-FFF2-40B4-BE49-F238E27FC236}">
                <a16:creationId xmlns:a16="http://schemas.microsoft.com/office/drawing/2014/main" id="{16EC7F8A-510D-47E1-8C81-E7D29DC71A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7157" y="808302"/>
            <a:ext cx="2367926" cy="50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792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583D832-9DE7-4AF6-B54B-C93C0E1630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341" y="137764"/>
            <a:ext cx="10179130" cy="7177167"/>
          </a:xfrm>
          <a:prstGeom prst="rect">
            <a:avLst/>
          </a:prstGeom>
        </p:spPr>
      </p:pic>
      <p:pic>
        <p:nvPicPr>
          <p:cNvPr id="174" name="Graphic 173">
            <a:extLst>
              <a:ext uri="{FF2B5EF4-FFF2-40B4-BE49-F238E27FC236}">
                <a16:creationId xmlns:a16="http://schemas.microsoft.com/office/drawing/2014/main" id="{16EC7F8A-510D-47E1-8C81-E7D29DC71A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7157" y="606500"/>
            <a:ext cx="2367926" cy="505789"/>
          </a:xfrm>
          <a:prstGeom prst="rect">
            <a:avLst/>
          </a:prstGeom>
        </p:spPr>
      </p:pic>
      <p:pic>
        <p:nvPicPr>
          <p:cNvPr id="22" name="Graphic 20">
            <a:extLst>
              <a:ext uri="{FF2B5EF4-FFF2-40B4-BE49-F238E27FC236}">
                <a16:creationId xmlns:a16="http://schemas.microsoft.com/office/drawing/2014/main" id="{2B2F2FDE-E459-4A2A-8BA3-B5A5C8D78AE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08589" y="1429950"/>
            <a:ext cx="2364691" cy="60196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0055C33-19A3-4284-9469-1C43A404CD13}"/>
              </a:ext>
            </a:extLst>
          </p:cNvPr>
          <p:cNvSpPr>
            <a:spLocks/>
          </p:cNvSpPr>
          <p:nvPr userDrawn="1"/>
        </p:nvSpPr>
        <p:spPr>
          <a:xfrm>
            <a:off x="257270" y="2544457"/>
            <a:ext cx="10177272" cy="2484743"/>
          </a:xfrm>
          <a:prstGeom prst="rect">
            <a:avLst/>
          </a:prstGeom>
          <a:solidFill>
            <a:srgbClr val="74748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Freeform 17">
            <a:extLst>
              <a:ext uri="{FF2B5EF4-FFF2-40B4-BE49-F238E27FC236}">
                <a16:creationId xmlns:a16="http://schemas.microsoft.com/office/drawing/2014/main" id="{26EB76D5-7537-4808-BE7E-0FC9CCE11925}"/>
              </a:ext>
            </a:extLst>
          </p:cNvPr>
          <p:cNvSpPr>
            <a:spLocks/>
          </p:cNvSpPr>
          <p:nvPr userDrawn="1"/>
        </p:nvSpPr>
        <p:spPr bwMode="auto">
          <a:xfrm>
            <a:off x="3338514" y="2239657"/>
            <a:ext cx="4014786" cy="574227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0794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This is to certify that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66" name="Subtitle 2">
            <a:extLst>
              <a:ext uri="{FF2B5EF4-FFF2-40B4-BE49-F238E27FC236}">
                <a16:creationId xmlns:a16="http://schemas.microsoft.com/office/drawing/2014/main" id="{0008E2B0-8C2A-41AF-96F4-19FD43337F99}"/>
              </a:ext>
            </a:extLst>
          </p:cNvPr>
          <p:cNvSpPr txBox="1">
            <a:spLocks/>
          </p:cNvSpPr>
          <p:nvPr userDrawn="1"/>
        </p:nvSpPr>
        <p:spPr>
          <a:xfrm>
            <a:off x="2214400" y="390505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IN" dirty="0">
                <a:latin typeface="EYInterstate Light" panose="02000506000000020004" pitchFamily="2" charset="0"/>
                <a:ea typeface="+mj-ea"/>
                <a:cs typeface="+mj-cs"/>
              </a:rPr>
              <a:t>successfully completed the 2023 Better Working World Data Challenge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.</a:t>
            </a:r>
          </a:p>
        </p:txBody>
      </p:sp>
      <p:sp>
        <p:nvSpPr>
          <p:cNvPr id="167" name="Title 35">
            <a:extLst>
              <a:ext uri="{FF2B5EF4-FFF2-40B4-BE49-F238E27FC236}">
                <a16:creationId xmlns:a16="http://schemas.microsoft.com/office/drawing/2014/main" id="{E99C4E33-460E-455E-BE5F-18795CB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400" y="3201833"/>
            <a:ext cx="6263014" cy="574258"/>
          </a:xfrm>
        </p:spPr>
        <p:txBody>
          <a:bodyPr>
            <a:normAutofit/>
          </a:bodyPr>
          <a:lstStyle>
            <a:lvl1pPr algn="ctr">
              <a:defRPr sz="3500" b="1"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[Insert Name Here]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7B001-A857-4A97-B110-28C358E21379}"/>
              </a:ext>
            </a:extLst>
          </p:cNvPr>
          <p:cNvSpPr txBox="1">
            <a:spLocks/>
          </p:cNvSpPr>
          <p:nvPr userDrawn="1"/>
        </p:nvSpPr>
        <p:spPr>
          <a:xfrm>
            <a:off x="569746" y="6165616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Beatriz Sanz Saiz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EY Global Data &amp; Analytics Leader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8881B7-9B56-45C9-8F51-5B4E7B548053}"/>
              </a:ext>
            </a:extLst>
          </p:cNvPr>
          <p:cNvSpPr txBox="1">
            <a:spLocks/>
          </p:cNvSpPr>
          <p:nvPr userDrawn="1"/>
        </p:nvSpPr>
        <p:spPr>
          <a:xfrm>
            <a:off x="7081583" y="6165617"/>
            <a:ext cx="3040484" cy="461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Alexandros Papaspyridis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Director, Higher Education, Microsoft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2B493B2-599A-4B17-80A7-BBD29BB1835A}"/>
              </a:ext>
            </a:extLst>
          </p:cNvPr>
          <p:cNvSpPr txBox="1">
            <a:spLocks/>
          </p:cNvSpPr>
          <p:nvPr userDrawn="1"/>
        </p:nvSpPr>
        <p:spPr>
          <a:xfrm>
            <a:off x="257270" y="6945599"/>
            <a:ext cx="10177272" cy="369332"/>
          </a:xfrm>
          <a:prstGeom prst="rect">
            <a:avLst/>
          </a:prstGeom>
          <a:solidFill>
            <a:srgbClr val="2E2E38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solidFill>
                  <a:srgbClr val="FFE600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1F2BB68D-F8A9-44D7-A9A7-79F066CF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74762" y="7314931"/>
            <a:ext cx="3854125" cy="402483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>
                <a:solidFill>
                  <a:srgbClr val="444444"/>
                </a:solidFill>
                <a:latin typeface="Segoe UI" panose="020B0502040204020203" pitchFamily="34" charset="0"/>
              </a:rPr>
              <a:t>© 2023 EYGM Limited. All Rights Reserved.</a:t>
            </a:r>
            <a:endParaRPr lang="en-GB" dirty="0"/>
          </a:p>
          <a:p>
            <a:endParaRPr lang="en-GB" dirty="0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E756391-C984-4279-B19F-5D6A5E90CB8D}"/>
              </a:ext>
            </a:extLst>
          </p:cNvPr>
          <p:cNvCxnSpPr>
            <a:cxnSpLocks/>
          </p:cNvCxnSpPr>
          <p:nvPr userDrawn="1"/>
        </p:nvCxnSpPr>
        <p:spPr>
          <a:xfrm>
            <a:off x="2214400" y="3795622"/>
            <a:ext cx="6263014" cy="0"/>
          </a:xfrm>
          <a:prstGeom prst="line">
            <a:avLst/>
          </a:prstGeom>
          <a:ln w="28575">
            <a:solidFill>
              <a:srgbClr val="FFE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3382338-D59F-43D1-BDD6-CEB9B868029F}"/>
              </a:ext>
            </a:extLst>
          </p:cNvPr>
          <p:cNvCxnSpPr>
            <a:cxnSpLocks/>
          </p:cNvCxnSpPr>
          <p:nvPr userDrawn="1"/>
        </p:nvCxnSpPr>
        <p:spPr>
          <a:xfrm>
            <a:off x="569746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A08271-3DEB-49A4-B899-7C61600D1DC4}"/>
              </a:ext>
            </a:extLst>
          </p:cNvPr>
          <p:cNvCxnSpPr>
            <a:cxnSpLocks/>
          </p:cNvCxnSpPr>
          <p:nvPr userDrawn="1"/>
        </p:nvCxnSpPr>
        <p:spPr>
          <a:xfrm>
            <a:off x="7081582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4">
            <a:extLst>
              <a:ext uri="{FF2B5EF4-FFF2-40B4-BE49-F238E27FC236}">
                <a16:creationId xmlns:a16="http://schemas.microsoft.com/office/drawing/2014/main" id="{5044809D-1320-4B48-BEF6-F0C62017E5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2844" y="561618"/>
            <a:ext cx="1080000" cy="1282704"/>
            <a:chOff x="4857" y="3364"/>
            <a:chExt cx="622" cy="729"/>
          </a:xfrm>
        </p:grpSpPr>
        <p:sp>
          <p:nvSpPr>
            <p:cNvPr id="171" name="AutoShape 3">
              <a:extLst>
                <a:ext uri="{FF2B5EF4-FFF2-40B4-BE49-F238E27FC236}">
                  <a16:creationId xmlns:a16="http://schemas.microsoft.com/office/drawing/2014/main" id="{5E7BEA53-1940-4BF4-8134-CD6ACFEA8F5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2" name="Freeform 5">
              <a:extLst>
                <a:ext uri="{FF2B5EF4-FFF2-40B4-BE49-F238E27FC236}">
                  <a16:creationId xmlns:a16="http://schemas.microsoft.com/office/drawing/2014/main" id="{6C5F8E9B-E8EE-4952-B94D-B8424625C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9D49455B-7C03-472F-8E9A-1ED96B78B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moveTo>
                    <a:pt x="152" y="1823"/>
                  </a:moveTo>
                  <a:moveTo>
                    <a:pt x="151" y="1685"/>
                  </a:moveTo>
                  <a:moveTo>
                    <a:pt x="298" y="1778"/>
                  </a:moveTo>
                  <a:moveTo>
                    <a:pt x="1143" y="1874"/>
                  </a:moveTo>
                  <a:moveTo>
                    <a:pt x="597" y="1755"/>
                  </a:moveTo>
                  <a:moveTo>
                    <a:pt x="646" y="1585"/>
                  </a:moveTo>
                  <a:moveTo>
                    <a:pt x="877" y="1666"/>
                  </a:moveTo>
                  <a:moveTo>
                    <a:pt x="838" y="1829"/>
                  </a:moveTo>
                  <a:moveTo>
                    <a:pt x="2084" y="1645"/>
                  </a:moveTo>
                  <a:moveTo>
                    <a:pt x="2074" y="1696"/>
                  </a:moveTo>
                  <a:moveTo>
                    <a:pt x="1455" y="1666"/>
                  </a:moveTo>
                  <a:moveTo>
                    <a:pt x="1455" y="1719"/>
                  </a:moveTo>
                  <a:moveTo>
                    <a:pt x="1683" y="1705"/>
                  </a:moveTo>
                  <a:moveTo>
                    <a:pt x="1698" y="1800"/>
                  </a:moveTo>
                  <a:moveTo>
                    <a:pt x="2350" y="1810"/>
                  </a:moveTo>
                  <a:moveTo>
                    <a:pt x="2257" y="1739"/>
                  </a:moveTo>
                  <a:moveTo>
                    <a:pt x="2884" y="1810"/>
                  </a:moveTo>
                  <a:moveTo>
                    <a:pt x="2791" y="1739"/>
                  </a:moveTo>
                  <a:moveTo>
                    <a:pt x="2658" y="1797"/>
                  </a:moveTo>
                  <a:moveTo>
                    <a:pt x="2550" y="1869"/>
                  </a:moveTo>
                  <a:moveTo>
                    <a:pt x="3096" y="1713"/>
                  </a:moveTo>
                  <a:moveTo>
                    <a:pt x="597" y="1591"/>
                  </a:moveTo>
                  <a:moveTo>
                    <a:pt x="981" y="1651"/>
                  </a:moveTo>
                  <a:moveTo>
                    <a:pt x="1037" y="1591"/>
                  </a:moveTo>
                  <a:moveTo>
                    <a:pt x="2558" y="2058"/>
                  </a:moveTo>
                  <a:moveTo>
                    <a:pt x="2519" y="2220"/>
                  </a:moveTo>
                  <a:moveTo>
                    <a:pt x="677" y="2105"/>
                  </a:moveTo>
                  <a:moveTo>
                    <a:pt x="242" y="2042"/>
                  </a:moveTo>
                  <a:moveTo>
                    <a:pt x="409" y="2037"/>
                  </a:moveTo>
                  <a:moveTo>
                    <a:pt x="409" y="2219"/>
                  </a:moveTo>
                  <a:moveTo>
                    <a:pt x="2285" y="2105"/>
                  </a:moveTo>
                  <a:moveTo>
                    <a:pt x="1850" y="2042"/>
                  </a:moveTo>
                  <a:moveTo>
                    <a:pt x="2016" y="2037"/>
                  </a:moveTo>
                  <a:moveTo>
                    <a:pt x="2016" y="2219"/>
                  </a:moveTo>
                  <a:moveTo>
                    <a:pt x="843" y="2116"/>
                  </a:moveTo>
                  <a:moveTo>
                    <a:pt x="1105" y="2266"/>
                  </a:moveTo>
                  <a:moveTo>
                    <a:pt x="1418" y="2058"/>
                  </a:moveTo>
                  <a:moveTo>
                    <a:pt x="1418" y="2110"/>
                  </a:moveTo>
                  <a:moveTo>
                    <a:pt x="945" y="2042"/>
                  </a:moveTo>
                  <a:moveTo>
                    <a:pt x="1000" y="1982"/>
                  </a:moveTo>
                  <a:moveTo>
                    <a:pt x="2325" y="1977"/>
                  </a:moveTo>
                  <a:moveTo>
                    <a:pt x="400" y="762"/>
                  </a:moveTo>
                  <a:moveTo>
                    <a:pt x="1702" y="0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</p:grpSp>
    </p:spTree>
    <p:extLst>
      <p:ext uri="{BB962C8B-B14F-4D97-AF65-F5344CB8AC3E}">
        <p14:creationId xmlns:p14="http://schemas.microsoft.com/office/powerpoint/2010/main" val="31112297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ubtitle 2">
            <a:extLst>
              <a:ext uri="{FF2B5EF4-FFF2-40B4-BE49-F238E27FC236}">
                <a16:creationId xmlns:a16="http://schemas.microsoft.com/office/drawing/2014/main" id="{0008E2B0-8C2A-41AF-96F4-19FD43337F99}"/>
              </a:ext>
            </a:extLst>
          </p:cNvPr>
          <p:cNvSpPr txBox="1">
            <a:spLocks/>
          </p:cNvSpPr>
          <p:nvPr userDrawn="1"/>
        </p:nvSpPr>
        <p:spPr>
          <a:xfrm>
            <a:off x="2214400" y="390505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IN" dirty="0">
                <a:latin typeface="EYInterstate Light" panose="02000506000000020004" pitchFamily="2" charset="0"/>
                <a:ea typeface="+mj-ea"/>
                <a:cs typeface="+mj-cs"/>
              </a:rPr>
              <a:t>successfully completed the 2023 Better Working World Data Challenge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.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7B001-A857-4A97-B110-28C358E21379}"/>
              </a:ext>
            </a:extLst>
          </p:cNvPr>
          <p:cNvSpPr txBox="1">
            <a:spLocks/>
          </p:cNvSpPr>
          <p:nvPr userDrawn="1"/>
        </p:nvSpPr>
        <p:spPr>
          <a:xfrm>
            <a:off x="569746" y="6165616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Beatriz Sanz Saiz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EY Global Data &amp; Analytics Leader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8881B7-9B56-45C9-8F51-5B4E7B548053}"/>
              </a:ext>
            </a:extLst>
          </p:cNvPr>
          <p:cNvSpPr txBox="1">
            <a:spLocks/>
          </p:cNvSpPr>
          <p:nvPr userDrawn="1"/>
        </p:nvSpPr>
        <p:spPr>
          <a:xfrm>
            <a:off x="7081583" y="6165617"/>
            <a:ext cx="3040484" cy="461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Alexandros Papaspyridis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Director, Higher Education, Microsoft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B27D91F6-FDE6-438D-B76B-5878BECBE7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7270" y="269875"/>
            <a:ext cx="10177272" cy="7019925"/>
          </a:xfrm>
          <a:prstGeom prst="rect">
            <a:avLst/>
          </a:prstGeom>
          <a:noFill/>
          <a:ln w="23813" cap="flat" cmpd="dbl">
            <a:solidFill>
              <a:srgbClr val="747480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277377EB-28DB-47B4-B9AF-499570F43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687" y="152400"/>
            <a:ext cx="10358438" cy="7199881"/>
          </a:xfrm>
          <a:prstGeom prst="rect">
            <a:avLst/>
          </a:prstGeom>
          <a:noFill/>
          <a:ln w="23813" cap="flat" cmpd="dbl">
            <a:solidFill>
              <a:srgbClr val="7474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8B1DE5B3-FC16-47CF-9F30-1BC68AC5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74762" y="7314931"/>
            <a:ext cx="3854125" cy="402483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>
                <a:solidFill>
                  <a:srgbClr val="444444"/>
                </a:solidFill>
                <a:latin typeface="Segoe UI" panose="020B0502040204020203" pitchFamily="34" charset="0"/>
              </a:rPr>
              <a:t>© 2023 EYGM Limited. All Rights Reserved.</a:t>
            </a:r>
            <a:endParaRPr lang="en-GB" dirty="0"/>
          </a:p>
          <a:p>
            <a:endParaRPr lang="en-GB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2B493B2-599A-4B17-80A7-BBD29BB1835A}"/>
              </a:ext>
            </a:extLst>
          </p:cNvPr>
          <p:cNvSpPr txBox="1">
            <a:spLocks/>
          </p:cNvSpPr>
          <p:nvPr userDrawn="1"/>
        </p:nvSpPr>
        <p:spPr>
          <a:xfrm>
            <a:off x="257270" y="6920468"/>
            <a:ext cx="10177272" cy="369332"/>
          </a:xfrm>
          <a:prstGeom prst="rect">
            <a:avLst/>
          </a:prstGeom>
          <a:solidFill>
            <a:srgbClr val="2E2E38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solidFill>
                  <a:srgbClr val="FFE600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055C33-19A3-4284-9469-1C43A404CD13}"/>
              </a:ext>
            </a:extLst>
          </p:cNvPr>
          <p:cNvSpPr>
            <a:spLocks/>
          </p:cNvSpPr>
          <p:nvPr userDrawn="1"/>
        </p:nvSpPr>
        <p:spPr>
          <a:xfrm>
            <a:off x="257270" y="2544457"/>
            <a:ext cx="10177272" cy="2484743"/>
          </a:xfrm>
          <a:prstGeom prst="rect">
            <a:avLst/>
          </a:prstGeom>
          <a:solidFill>
            <a:srgbClr val="74748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Freeform 17">
            <a:extLst>
              <a:ext uri="{FF2B5EF4-FFF2-40B4-BE49-F238E27FC236}">
                <a16:creationId xmlns:a16="http://schemas.microsoft.com/office/drawing/2014/main" id="{26EB76D5-7537-4808-BE7E-0FC9CCE11925}"/>
              </a:ext>
            </a:extLst>
          </p:cNvPr>
          <p:cNvSpPr>
            <a:spLocks/>
          </p:cNvSpPr>
          <p:nvPr userDrawn="1"/>
        </p:nvSpPr>
        <p:spPr bwMode="auto">
          <a:xfrm>
            <a:off x="3338514" y="2239657"/>
            <a:ext cx="4014786" cy="574227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0794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This is to certify that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167" name="Title 35">
            <a:extLst>
              <a:ext uri="{FF2B5EF4-FFF2-40B4-BE49-F238E27FC236}">
                <a16:creationId xmlns:a16="http://schemas.microsoft.com/office/drawing/2014/main" id="{E99C4E33-460E-455E-BE5F-18795CB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400" y="3201833"/>
            <a:ext cx="6263014" cy="574258"/>
          </a:xfrm>
        </p:spPr>
        <p:txBody>
          <a:bodyPr>
            <a:normAutofit/>
          </a:bodyPr>
          <a:lstStyle>
            <a:lvl1pPr algn="ctr">
              <a:defRPr sz="3500" b="1"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[Insert Name Here]</a:t>
            </a:r>
          </a:p>
        </p:txBody>
      </p:sp>
      <p:grpSp>
        <p:nvGrpSpPr>
          <p:cNvPr id="170" name="Group 4">
            <a:extLst>
              <a:ext uri="{FF2B5EF4-FFF2-40B4-BE49-F238E27FC236}">
                <a16:creationId xmlns:a16="http://schemas.microsoft.com/office/drawing/2014/main" id="{5044809D-1320-4B48-BEF6-F0C62017E5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2844" y="561618"/>
            <a:ext cx="1080000" cy="1282704"/>
            <a:chOff x="4857" y="3364"/>
            <a:chExt cx="622" cy="729"/>
          </a:xfrm>
        </p:grpSpPr>
        <p:sp>
          <p:nvSpPr>
            <p:cNvPr id="171" name="AutoShape 3">
              <a:extLst>
                <a:ext uri="{FF2B5EF4-FFF2-40B4-BE49-F238E27FC236}">
                  <a16:creationId xmlns:a16="http://schemas.microsoft.com/office/drawing/2014/main" id="{5E7BEA53-1940-4BF4-8134-CD6ACFEA8F5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2" name="Freeform 5">
              <a:extLst>
                <a:ext uri="{FF2B5EF4-FFF2-40B4-BE49-F238E27FC236}">
                  <a16:creationId xmlns:a16="http://schemas.microsoft.com/office/drawing/2014/main" id="{6C5F8E9B-E8EE-4952-B94D-B8424625C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9D49455B-7C03-472F-8E9A-1ED96B78B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moveTo>
                    <a:pt x="152" y="1823"/>
                  </a:moveTo>
                  <a:moveTo>
                    <a:pt x="151" y="1685"/>
                  </a:moveTo>
                  <a:moveTo>
                    <a:pt x="298" y="1778"/>
                  </a:moveTo>
                  <a:moveTo>
                    <a:pt x="1143" y="1874"/>
                  </a:moveTo>
                  <a:moveTo>
                    <a:pt x="597" y="1755"/>
                  </a:moveTo>
                  <a:moveTo>
                    <a:pt x="646" y="1585"/>
                  </a:moveTo>
                  <a:moveTo>
                    <a:pt x="877" y="1666"/>
                  </a:moveTo>
                  <a:moveTo>
                    <a:pt x="838" y="1829"/>
                  </a:moveTo>
                  <a:moveTo>
                    <a:pt x="2084" y="1645"/>
                  </a:moveTo>
                  <a:moveTo>
                    <a:pt x="2074" y="1696"/>
                  </a:moveTo>
                  <a:moveTo>
                    <a:pt x="1455" y="1666"/>
                  </a:moveTo>
                  <a:moveTo>
                    <a:pt x="1455" y="1719"/>
                  </a:moveTo>
                  <a:moveTo>
                    <a:pt x="1683" y="1705"/>
                  </a:moveTo>
                  <a:moveTo>
                    <a:pt x="1698" y="1800"/>
                  </a:moveTo>
                  <a:moveTo>
                    <a:pt x="2350" y="1810"/>
                  </a:moveTo>
                  <a:moveTo>
                    <a:pt x="2257" y="1739"/>
                  </a:moveTo>
                  <a:moveTo>
                    <a:pt x="2884" y="1810"/>
                  </a:moveTo>
                  <a:moveTo>
                    <a:pt x="2791" y="1739"/>
                  </a:moveTo>
                  <a:moveTo>
                    <a:pt x="2658" y="1797"/>
                  </a:moveTo>
                  <a:moveTo>
                    <a:pt x="2550" y="1869"/>
                  </a:moveTo>
                  <a:moveTo>
                    <a:pt x="3096" y="1713"/>
                  </a:moveTo>
                  <a:moveTo>
                    <a:pt x="597" y="1591"/>
                  </a:moveTo>
                  <a:moveTo>
                    <a:pt x="981" y="1651"/>
                  </a:moveTo>
                  <a:moveTo>
                    <a:pt x="1037" y="1591"/>
                  </a:moveTo>
                  <a:moveTo>
                    <a:pt x="2558" y="2058"/>
                  </a:moveTo>
                  <a:moveTo>
                    <a:pt x="2519" y="2220"/>
                  </a:moveTo>
                  <a:moveTo>
                    <a:pt x="677" y="2105"/>
                  </a:moveTo>
                  <a:moveTo>
                    <a:pt x="242" y="2042"/>
                  </a:moveTo>
                  <a:moveTo>
                    <a:pt x="409" y="2037"/>
                  </a:moveTo>
                  <a:moveTo>
                    <a:pt x="409" y="2219"/>
                  </a:moveTo>
                  <a:moveTo>
                    <a:pt x="2285" y="2105"/>
                  </a:moveTo>
                  <a:moveTo>
                    <a:pt x="1850" y="2042"/>
                  </a:moveTo>
                  <a:moveTo>
                    <a:pt x="2016" y="2037"/>
                  </a:moveTo>
                  <a:moveTo>
                    <a:pt x="2016" y="2219"/>
                  </a:moveTo>
                  <a:moveTo>
                    <a:pt x="843" y="2116"/>
                  </a:moveTo>
                  <a:moveTo>
                    <a:pt x="1105" y="2266"/>
                  </a:moveTo>
                  <a:moveTo>
                    <a:pt x="1418" y="2058"/>
                  </a:moveTo>
                  <a:moveTo>
                    <a:pt x="1418" y="2110"/>
                  </a:moveTo>
                  <a:moveTo>
                    <a:pt x="945" y="2042"/>
                  </a:moveTo>
                  <a:moveTo>
                    <a:pt x="1000" y="1982"/>
                  </a:moveTo>
                  <a:moveTo>
                    <a:pt x="2325" y="1977"/>
                  </a:moveTo>
                  <a:moveTo>
                    <a:pt x="400" y="762"/>
                  </a:moveTo>
                  <a:moveTo>
                    <a:pt x="1702" y="0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</p:grpSp>
      <p:pic>
        <p:nvPicPr>
          <p:cNvPr id="174" name="Graphic 173">
            <a:extLst>
              <a:ext uri="{FF2B5EF4-FFF2-40B4-BE49-F238E27FC236}">
                <a16:creationId xmlns:a16="http://schemas.microsoft.com/office/drawing/2014/main" id="{16EC7F8A-510D-47E1-8C81-E7D29DC71A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7157" y="606500"/>
            <a:ext cx="2367926" cy="505789"/>
          </a:xfrm>
          <a:prstGeom prst="rect">
            <a:avLst/>
          </a:prstGeom>
        </p:spPr>
      </p:pic>
      <p:pic>
        <p:nvPicPr>
          <p:cNvPr id="22" name="Graphic 20">
            <a:extLst>
              <a:ext uri="{FF2B5EF4-FFF2-40B4-BE49-F238E27FC236}">
                <a16:creationId xmlns:a16="http://schemas.microsoft.com/office/drawing/2014/main" id="{2B2F2FDE-E459-4A2A-8BA3-B5A5C8D78A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08589" y="1429950"/>
            <a:ext cx="2364691" cy="601960"/>
          </a:xfrm>
          <a:prstGeom prst="rect">
            <a:avLst/>
          </a:prstGeom>
        </p:spPr>
      </p:pic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3382338-D59F-43D1-BDD6-CEB9B868029F}"/>
              </a:ext>
            </a:extLst>
          </p:cNvPr>
          <p:cNvCxnSpPr>
            <a:cxnSpLocks/>
          </p:cNvCxnSpPr>
          <p:nvPr userDrawn="1"/>
        </p:nvCxnSpPr>
        <p:spPr>
          <a:xfrm>
            <a:off x="569746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A08271-3DEB-49A4-B899-7C61600D1DC4}"/>
              </a:ext>
            </a:extLst>
          </p:cNvPr>
          <p:cNvCxnSpPr>
            <a:cxnSpLocks/>
          </p:cNvCxnSpPr>
          <p:nvPr userDrawn="1"/>
        </p:nvCxnSpPr>
        <p:spPr>
          <a:xfrm>
            <a:off x="7081582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E756391-C984-4279-B19F-5D6A5E90CB8D}"/>
              </a:ext>
            </a:extLst>
          </p:cNvPr>
          <p:cNvCxnSpPr>
            <a:cxnSpLocks/>
          </p:cNvCxnSpPr>
          <p:nvPr userDrawn="1"/>
        </p:nvCxnSpPr>
        <p:spPr>
          <a:xfrm>
            <a:off x="2214400" y="3795622"/>
            <a:ext cx="6263014" cy="0"/>
          </a:xfrm>
          <a:prstGeom prst="line">
            <a:avLst/>
          </a:prstGeom>
          <a:ln w="28575">
            <a:solidFill>
              <a:srgbClr val="FFE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6264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7C381A-4832-44EF-BC1F-D344FAAAD711}"/>
              </a:ext>
            </a:extLst>
          </p:cNvPr>
          <p:cNvSpPr>
            <a:spLocks/>
          </p:cNvSpPr>
          <p:nvPr userDrawn="1"/>
        </p:nvSpPr>
        <p:spPr>
          <a:xfrm>
            <a:off x="334018" y="2544457"/>
            <a:ext cx="10035533" cy="2484743"/>
          </a:xfrm>
          <a:prstGeom prst="rect">
            <a:avLst/>
          </a:prstGeom>
          <a:solidFill>
            <a:srgbClr val="74748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3F42BA56-CAE3-41F7-9275-0DB1B2158B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088" y="322263"/>
            <a:ext cx="10050463" cy="7019925"/>
          </a:xfrm>
          <a:prstGeom prst="rect">
            <a:avLst/>
          </a:prstGeom>
          <a:noFill/>
          <a:ln w="23813" cap="flat">
            <a:solidFill>
              <a:srgbClr val="2E2E3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Freeform 17">
            <a:extLst>
              <a:ext uri="{FF2B5EF4-FFF2-40B4-BE49-F238E27FC236}">
                <a16:creationId xmlns:a16="http://schemas.microsoft.com/office/drawing/2014/main" id="{26EB76D5-7537-4808-BE7E-0FC9CCE11925}"/>
              </a:ext>
            </a:extLst>
          </p:cNvPr>
          <p:cNvSpPr>
            <a:spLocks/>
          </p:cNvSpPr>
          <p:nvPr userDrawn="1"/>
        </p:nvSpPr>
        <p:spPr bwMode="auto">
          <a:xfrm>
            <a:off x="3338514" y="2239657"/>
            <a:ext cx="4014786" cy="574227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R="0" lvl="0" indent="0" algn="ctr" defTabSz="100794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800" b="1" i="0" u="none" strike="noStrike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rPr>
              <a:t>This is to certify that</a:t>
            </a:r>
            <a:endParaRPr kumimoji="0" lang="en-GB" sz="2800" b="1" i="0" u="none" strike="noStrike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66" name="Subtitle 2">
            <a:extLst>
              <a:ext uri="{FF2B5EF4-FFF2-40B4-BE49-F238E27FC236}">
                <a16:creationId xmlns:a16="http://schemas.microsoft.com/office/drawing/2014/main" id="{0008E2B0-8C2A-41AF-96F4-19FD43337F99}"/>
              </a:ext>
            </a:extLst>
          </p:cNvPr>
          <p:cNvSpPr txBox="1">
            <a:spLocks/>
          </p:cNvSpPr>
          <p:nvPr userDrawn="1"/>
        </p:nvSpPr>
        <p:spPr>
          <a:xfrm>
            <a:off x="2214400" y="390505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is a global </a:t>
            </a:r>
            <a:r>
              <a:rPr lang="en-GB" sz="2800" b="1" dirty="0">
                <a:latin typeface="EYInterstate" panose="02000503020000020004" pitchFamily="2" charset="0"/>
                <a:ea typeface="+mj-ea"/>
                <a:cs typeface="+mj-cs"/>
              </a:rPr>
              <a:t>finalist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 in the 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2022 Better Working World Data Challenge.</a:t>
            </a:r>
            <a:b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</a:br>
          </a:p>
        </p:txBody>
      </p:sp>
      <p:sp>
        <p:nvSpPr>
          <p:cNvPr id="167" name="Title 35">
            <a:extLst>
              <a:ext uri="{FF2B5EF4-FFF2-40B4-BE49-F238E27FC236}">
                <a16:creationId xmlns:a16="http://schemas.microsoft.com/office/drawing/2014/main" id="{E99C4E33-460E-455E-BE5F-18795CB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400" y="3201833"/>
            <a:ext cx="6263014" cy="574258"/>
          </a:xfrm>
        </p:spPr>
        <p:txBody>
          <a:bodyPr>
            <a:normAutofit/>
          </a:bodyPr>
          <a:lstStyle>
            <a:lvl1pPr algn="ctr">
              <a:defRPr sz="3500" b="1"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[Insert Name Here]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7B001-A857-4A97-B110-28C358E21379}"/>
              </a:ext>
            </a:extLst>
          </p:cNvPr>
          <p:cNvSpPr txBox="1">
            <a:spLocks/>
          </p:cNvSpPr>
          <p:nvPr userDrawn="1"/>
        </p:nvSpPr>
        <p:spPr>
          <a:xfrm>
            <a:off x="569746" y="6165616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Beatriz Sanz Saiz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EY Global Data &amp; Analytics Leader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8881B7-9B56-45C9-8F51-5B4E7B548053}"/>
              </a:ext>
            </a:extLst>
          </p:cNvPr>
          <p:cNvSpPr txBox="1">
            <a:spLocks/>
          </p:cNvSpPr>
          <p:nvPr userDrawn="1"/>
        </p:nvSpPr>
        <p:spPr>
          <a:xfrm>
            <a:off x="7081583" y="6165617"/>
            <a:ext cx="3040484" cy="461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Alexandros Papaspyridis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Director, Higher Education, Microsoft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34A261-A167-4F58-87E0-F338841AE911}"/>
              </a:ext>
            </a:extLst>
          </p:cNvPr>
          <p:cNvSpPr txBox="1">
            <a:spLocks/>
          </p:cNvSpPr>
          <p:nvPr userDrawn="1"/>
        </p:nvSpPr>
        <p:spPr>
          <a:xfrm>
            <a:off x="334018" y="6972856"/>
            <a:ext cx="10050463" cy="369332"/>
          </a:xfrm>
          <a:prstGeom prst="rect">
            <a:avLst/>
          </a:prstGeom>
          <a:solidFill>
            <a:srgbClr val="2E2E38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solidFill>
                  <a:srgbClr val="FFE600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E756391-C984-4279-B19F-5D6A5E90CB8D}"/>
              </a:ext>
            </a:extLst>
          </p:cNvPr>
          <p:cNvCxnSpPr>
            <a:cxnSpLocks/>
          </p:cNvCxnSpPr>
          <p:nvPr userDrawn="1"/>
        </p:nvCxnSpPr>
        <p:spPr>
          <a:xfrm>
            <a:off x="2214400" y="3795622"/>
            <a:ext cx="6263014" cy="0"/>
          </a:xfrm>
          <a:prstGeom prst="line">
            <a:avLst/>
          </a:prstGeom>
          <a:ln w="28575">
            <a:solidFill>
              <a:srgbClr val="FFE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3382338-D59F-43D1-BDD6-CEB9B868029F}"/>
              </a:ext>
            </a:extLst>
          </p:cNvPr>
          <p:cNvCxnSpPr>
            <a:cxnSpLocks/>
          </p:cNvCxnSpPr>
          <p:nvPr userDrawn="1"/>
        </p:nvCxnSpPr>
        <p:spPr>
          <a:xfrm>
            <a:off x="569746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A08271-3DEB-49A4-B899-7C61600D1DC4}"/>
              </a:ext>
            </a:extLst>
          </p:cNvPr>
          <p:cNvCxnSpPr>
            <a:cxnSpLocks/>
          </p:cNvCxnSpPr>
          <p:nvPr userDrawn="1"/>
        </p:nvCxnSpPr>
        <p:spPr>
          <a:xfrm>
            <a:off x="7081582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4">
            <a:extLst>
              <a:ext uri="{FF2B5EF4-FFF2-40B4-BE49-F238E27FC236}">
                <a16:creationId xmlns:a16="http://schemas.microsoft.com/office/drawing/2014/main" id="{5044809D-1320-4B48-BEF6-F0C62017E5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2844" y="561618"/>
            <a:ext cx="1080000" cy="1282704"/>
            <a:chOff x="4857" y="3364"/>
            <a:chExt cx="622" cy="729"/>
          </a:xfrm>
        </p:grpSpPr>
        <p:sp>
          <p:nvSpPr>
            <p:cNvPr id="171" name="AutoShape 3">
              <a:extLst>
                <a:ext uri="{FF2B5EF4-FFF2-40B4-BE49-F238E27FC236}">
                  <a16:creationId xmlns:a16="http://schemas.microsoft.com/office/drawing/2014/main" id="{5E7BEA53-1940-4BF4-8134-CD6ACFEA8F5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2" name="Freeform 5">
              <a:extLst>
                <a:ext uri="{FF2B5EF4-FFF2-40B4-BE49-F238E27FC236}">
                  <a16:creationId xmlns:a16="http://schemas.microsoft.com/office/drawing/2014/main" id="{6C5F8E9B-E8EE-4952-B94D-B8424625C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9D49455B-7C03-472F-8E9A-1ED96B78B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moveTo>
                    <a:pt x="152" y="1823"/>
                  </a:moveTo>
                  <a:moveTo>
                    <a:pt x="151" y="1685"/>
                  </a:moveTo>
                  <a:moveTo>
                    <a:pt x="298" y="1778"/>
                  </a:moveTo>
                  <a:moveTo>
                    <a:pt x="1143" y="1874"/>
                  </a:moveTo>
                  <a:moveTo>
                    <a:pt x="597" y="1755"/>
                  </a:moveTo>
                  <a:moveTo>
                    <a:pt x="646" y="1585"/>
                  </a:moveTo>
                  <a:moveTo>
                    <a:pt x="877" y="1666"/>
                  </a:moveTo>
                  <a:moveTo>
                    <a:pt x="838" y="1829"/>
                  </a:moveTo>
                  <a:moveTo>
                    <a:pt x="2084" y="1645"/>
                  </a:moveTo>
                  <a:moveTo>
                    <a:pt x="2074" y="1696"/>
                  </a:moveTo>
                  <a:moveTo>
                    <a:pt x="1455" y="1666"/>
                  </a:moveTo>
                  <a:moveTo>
                    <a:pt x="1455" y="1719"/>
                  </a:moveTo>
                  <a:moveTo>
                    <a:pt x="1683" y="1705"/>
                  </a:moveTo>
                  <a:moveTo>
                    <a:pt x="1698" y="1800"/>
                  </a:moveTo>
                  <a:moveTo>
                    <a:pt x="2350" y="1810"/>
                  </a:moveTo>
                  <a:moveTo>
                    <a:pt x="2257" y="1739"/>
                  </a:moveTo>
                  <a:moveTo>
                    <a:pt x="2884" y="1810"/>
                  </a:moveTo>
                  <a:moveTo>
                    <a:pt x="2791" y="1739"/>
                  </a:moveTo>
                  <a:moveTo>
                    <a:pt x="2658" y="1797"/>
                  </a:moveTo>
                  <a:moveTo>
                    <a:pt x="2550" y="1869"/>
                  </a:moveTo>
                  <a:moveTo>
                    <a:pt x="3096" y="1713"/>
                  </a:moveTo>
                  <a:moveTo>
                    <a:pt x="597" y="1591"/>
                  </a:moveTo>
                  <a:moveTo>
                    <a:pt x="981" y="1651"/>
                  </a:moveTo>
                  <a:moveTo>
                    <a:pt x="1037" y="1591"/>
                  </a:moveTo>
                  <a:moveTo>
                    <a:pt x="2558" y="2058"/>
                  </a:moveTo>
                  <a:moveTo>
                    <a:pt x="2519" y="2220"/>
                  </a:moveTo>
                  <a:moveTo>
                    <a:pt x="677" y="2105"/>
                  </a:moveTo>
                  <a:moveTo>
                    <a:pt x="242" y="2042"/>
                  </a:moveTo>
                  <a:moveTo>
                    <a:pt x="409" y="2037"/>
                  </a:moveTo>
                  <a:moveTo>
                    <a:pt x="409" y="2219"/>
                  </a:moveTo>
                  <a:moveTo>
                    <a:pt x="2285" y="2105"/>
                  </a:moveTo>
                  <a:moveTo>
                    <a:pt x="1850" y="2042"/>
                  </a:moveTo>
                  <a:moveTo>
                    <a:pt x="2016" y="2037"/>
                  </a:moveTo>
                  <a:moveTo>
                    <a:pt x="2016" y="2219"/>
                  </a:moveTo>
                  <a:moveTo>
                    <a:pt x="843" y="2116"/>
                  </a:moveTo>
                  <a:moveTo>
                    <a:pt x="1105" y="2266"/>
                  </a:moveTo>
                  <a:moveTo>
                    <a:pt x="1418" y="2058"/>
                  </a:moveTo>
                  <a:moveTo>
                    <a:pt x="1418" y="2110"/>
                  </a:moveTo>
                  <a:moveTo>
                    <a:pt x="945" y="2042"/>
                  </a:moveTo>
                  <a:moveTo>
                    <a:pt x="1000" y="1982"/>
                  </a:moveTo>
                  <a:moveTo>
                    <a:pt x="2325" y="1977"/>
                  </a:moveTo>
                  <a:moveTo>
                    <a:pt x="400" y="762"/>
                  </a:moveTo>
                  <a:moveTo>
                    <a:pt x="1702" y="0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</p:grpSp>
      <p:pic>
        <p:nvPicPr>
          <p:cNvPr id="174" name="Graphic 173">
            <a:extLst>
              <a:ext uri="{FF2B5EF4-FFF2-40B4-BE49-F238E27FC236}">
                <a16:creationId xmlns:a16="http://schemas.microsoft.com/office/drawing/2014/main" id="{16EC7F8A-510D-47E1-8C81-E7D29DC71A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7157" y="808302"/>
            <a:ext cx="2367926" cy="50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963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7C381A-4832-44EF-BC1F-D344FAAAD711}"/>
              </a:ext>
            </a:extLst>
          </p:cNvPr>
          <p:cNvSpPr>
            <a:spLocks/>
          </p:cNvSpPr>
          <p:nvPr userDrawn="1"/>
        </p:nvSpPr>
        <p:spPr>
          <a:xfrm>
            <a:off x="334018" y="2544457"/>
            <a:ext cx="10035533" cy="2484743"/>
          </a:xfrm>
          <a:prstGeom prst="rect">
            <a:avLst/>
          </a:prstGeom>
          <a:solidFill>
            <a:srgbClr val="74748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3F42BA56-CAE3-41F7-9275-0DB1B2158B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088" y="322263"/>
            <a:ext cx="10050463" cy="7019925"/>
          </a:xfrm>
          <a:prstGeom prst="rect">
            <a:avLst/>
          </a:prstGeom>
          <a:noFill/>
          <a:ln w="23813" cap="flat">
            <a:solidFill>
              <a:srgbClr val="2E2E3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Freeform 17">
            <a:extLst>
              <a:ext uri="{FF2B5EF4-FFF2-40B4-BE49-F238E27FC236}">
                <a16:creationId xmlns:a16="http://schemas.microsoft.com/office/drawing/2014/main" id="{26EB76D5-7537-4808-BE7E-0FC9CCE11925}"/>
              </a:ext>
            </a:extLst>
          </p:cNvPr>
          <p:cNvSpPr>
            <a:spLocks/>
          </p:cNvSpPr>
          <p:nvPr userDrawn="1"/>
        </p:nvSpPr>
        <p:spPr bwMode="auto">
          <a:xfrm>
            <a:off x="3338514" y="2239657"/>
            <a:ext cx="4014786" cy="574227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R="0" lvl="0" indent="0" algn="ctr" defTabSz="100794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800" b="1" i="0" u="none" strike="noStrike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rPr>
              <a:t>This is to certify that</a:t>
            </a:r>
            <a:endParaRPr kumimoji="0" lang="en-GB" sz="2800" b="1" i="0" u="none" strike="noStrike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66" name="Subtitle 2">
            <a:extLst>
              <a:ext uri="{FF2B5EF4-FFF2-40B4-BE49-F238E27FC236}">
                <a16:creationId xmlns:a16="http://schemas.microsoft.com/office/drawing/2014/main" id="{0008E2B0-8C2A-41AF-96F4-19FD43337F99}"/>
              </a:ext>
            </a:extLst>
          </p:cNvPr>
          <p:cNvSpPr txBox="1">
            <a:spLocks/>
          </p:cNvSpPr>
          <p:nvPr userDrawn="1"/>
        </p:nvSpPr>
        <p:spPr>
          <a:xfrm>
            <a:off x="2214400" y="390505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is a global </a:t>
            </a:r>
            <a:r>
              <a:rPr lang="en-GB" sz="2800" b="1" dirty="0">
                <a:latin typeface="EYInterstate" panose="02000503020000020004" pitchFamily="2" charset="0"/>
                <a:ea typeface="+mj-ea"/>
                <a:cs typeface="+mj-cs"/>
              </a:rPr>
              <a:t>runner-up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 in the 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2022 Better Working World Data Challenge.</a:t>
            </a:r>
            <a:b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</a:br>
          </a:p>
        </p:txBody>
      </p:sp>
      <p:sp>
        <p:nvSpPr>
          <p:cNvPr id="167" name="Title 35">
            <a:extLst>
              <a:ext uri="{FF2B5EF4-FFF2-40B4-BE49-F238E27FC236}">
                <a16:creationId xmlns:a16="http://schemas.microsoft.com/office/drawing/2014/main" id="{E99C4E33-460E-455E-BE5F-18795CB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400" y="3201833"/>
            <a:ext cx="6263014" cy="574258"/>
          </a:xfrm>
        </p:spPr>
        <p:txBody>
          <a:bodyPr>
            <a:normAutofit/>
          </a:bodyPr>
          <a:lstStyle>
            <a:lvl1pPr algn="ctr">
              <a:defRPr sz="3500" b="1"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[Insert Name Here]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7B001-A857-4A97-B110-28C358E21379}"/>
              </a:ext>
            </a:extLst>
          </p:cNvPr>
          <p:cNvSpPr txBox="1">
            <a:spLocks/>
          </p:cNvSpPr>
          <p:nvPr userDrawn="1"/>
        </p:nvSpPr>
        <p:spPr>
          <a:xfrm>
            <a:off x="569746" y="6165616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Beatriz Sanz Saiz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EY Global Data &amp; Analytics Leader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8881B7-9B56-45C9-8F51-5B4E7B548053}"/>
              </a:ext>
            </a:extLst>
          </p:cNvPr>
          <p:cNvSpPr txBox="1">
            <a:spLocks/>
          </p:cNvSpPr>
          <p:nvPr userDrawn="1"/>
        </p:nvSpPr>
        <p:spPr>
          <a:xfrm>
            <a:off x="7081583" y="6165617"/>
            <a:ext cx="3040484" cy="461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Alexandros Papaspyridis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Director, Higher Education, Microsoft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26C2D4-B85B-41DF-9F88-C4AC13A221F7}"/>
              </a:ext>
            </a:extLst>
          </p:cNvPr>
          <p:cNvSpPr txBox="1">
            <a:spLocks/>
          </p:cNvSpPr>
          <p:nvPr userDrawn="1"/>
        </p:nvSpPr>
        <p:spPr>
          <a:xfrm>
            <a:off x="334018" y="6972856"/>
            <a:ext cx="10050463" cy="369332"/>
          </a:xfrm>
          <a:prstGeom prst="rect">
            <a:avLst/>
          </a:prstGeom>
          <a:solidFill>
            <a:srgbClr val="2E2E38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solidFill>
                  <a:srgbClr val="FFE600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E756391-C984-4279-B19F-5D6A5E90CB8D}"/>
              </a:ext>
            </a:extLst>
          </p:cNvPr>
          <p:cNvCxnSpPr>
            <a:cxnSpLocks/>
          </p:cNvCxnSpPr>
          <p:nvPr userDrawn="1"/>
        </p:nvCxnSpPr>
        <p:spPr>
          <a:xfrm>
            <a:off x="2214400" y="3795622"/>
            <a:ext cx="6263014" cy="0"/>
          </a:xfrm>
          <a:prstGeom prst="line">
            <a:avLst/>
          </a:prstGeom>
          <a:ln w="28575">
            <a:solidFill>
              <a:srgbClr val="FFE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3382338-D59F-43D1-BDD6-CEB9B868029F}"/>
              </a:ext>
            </a:extLst>
          </p:cNvPr>
          <p:cNvCxnSpPr>
            <a:cxnSpLocks/>
          </p:cNvCxnSpPr>
          <p:nvPr userDrawn="1"/>
        </p:nvCxnSpPr>
        <p:spPr>
          <a:xfrm>
            <a:off x="569746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A08271-3DEB-49A4-B899-7C61600D1DC4}"/>
              </a:ext>
            </a:extLst>
          </p:cNvPr>
          <p:cNvCxnSpPr>
            <a:cxnSpLocks/>
          </p:cNvCxnSpPr>
          <p:nvPr userDrawn="1"/>
        </p:nvCxnSpPr>
        <p:spPr>
          <a:xfrm>
            <a:off x="7081582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4">
            <a:extLst>
              <a:ext uri="{FF2B5EF4-FFF2-40B4-BE49-F238E27FC236}">
                <a16:creationId xmlns:a16="http://schemas.microsoft.com/office/drawing/2014/main" id="{5044809D-1320-4B48-BEF6-F0C62017E5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2844" y="561618"/>
            <a:ext cx="1080000" cy="1282704"/>
            <a:chOff x="4857" y="3364"/>
            <a:chExt cx="622" cy="729"/>
          </a:xfrm>
        </p:grpSpPr>
        <p:sp>
          <p:nvSpPr>
            <p:cNvPr id="171" name="AutoShape 3">
              <a:extLst>
                <a:ext uri="{FF2B5EF4-FFF2-40B4-BE49-F238E27FC236}">
                  <a16:creationId xmlns:a16="http://schemas.microsoft.com/office/drawing/2014/main" id="{5E7BEA53-1940-4BF4-8134-CD6ACFEA8F5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2" name="Freeform 5">
              <a:extLst>
                <a:ext uri="{FF2B5EF4-FFF2-40B4-BE49-F238E27FC236}">
                  <a16:creationId xmlns:a16="http://schemas.microsoft.com/office/drawing/2014/main" id="{6C5F8E9B-E8EE-4952-B94D-B8424625C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9D49455B-7C03-472F-8E9A-1ED96B78B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moveTo>
                    <a:pt x="152" y="1823"/>
                  </a:moveTo>
                  <a:moveTo>
                    <a:pt x="151" y="1685"/>
                  </a:moveTo>
                  <a:moveTo>
                    <a:pt x="298" y="1778"/>
                  </a:moveTo>
                  <a:moveTo>
                    <a:pt x="1143" y="1874"/>
                  </a:moveTo>
                  <a:moveTo>
                    <a:pt x="597" y="1755"/>
                  </a:moveTo>
                  <a:moveTo>
                    <a:pt x="646" y="1585"/>
                  </a:moveTo>
                  <a:moveTo>
                    <a:pt x="877" y="1666"/>
                  </a:moveTo>
                  <a:moveTo>
                    <a:pt x="838" y="1829"/>
                  </a:moveTo>
                  <a:moveTo>
                    <a:pt x="2084" y="1645"/>
                  </a:moveTo>
                  <a:moveTo>
                    <a:pt x="2074" y="1696"/>
                  </a:moveTo>
                  <a:moveTo>
                    <a:pt x="1455" y="1666"/>
                  </a:moveTo>
                  <a:moveTo>
                    <a:pt x="1455" y="1719"/>
                  </a:moveTo>
                  <a:moveTo>
                    <a:pt x="1683" y="1705"/>
                  </a:moveTo>
                  <a:moveTo>
                    <a:pt x="1698" y="1800"/>
                  </a:moveTo>
                  <a:moveTo>
                    <a:pt x="2350" y="1810"/>
                  </a:moveTo>
                  <a:moveTo>
                    <a:pt x="2257" y="1739"/>
                  </a:moveTo>
                  <a:moveTo>
                    <a:pt x="2884" y="1810"/>
                  </a:moveTo>
                  <a:moveTo>
                    <a:pt x="2791" y="1739"/>
                  </a:moveTo>
                  <a:moveTo>
                    <a:pt x="2658" y="1797"/>
                  </a:moveTo>
                  <a:moveTo>
                    <a:pt x="2550" y="1869"/>
                  </a:moveTo>
                  <a:moveTo>
                    <a:pt x="3096" y="1713"/>
                  </a:moveTo>
                  <a:moveTo>
                    <a:pt x="597" y="1591"/>
                  </a:moveTo>
                  <a:moveTo>
                    <a:pt x="981" y="1651"/>
                  </a:moveTo>
                  <a:moveTo>
                    <a:pt x="1037" y="1591"/>
                  </a:moveTo>
                  <a:moveTo>
                    <a:pt x="2558" y="2058"/>
                  </a:moveTo>
                  <a:moveTo>
                    <a:pt x="2519" y="2220"/>
                  </a:moveTo>
                  <a:moveTo>
                    <a:pt x="677" y="2105"/>
                  </a:moveTo>
                  <a:moveTo>
                    <a:pt x="242" y="2042"/>
                  </a:moveTo>
                  <a:moveTo>
                    <a:pt x="409" y="2037"/>
                  </a:moveTo>
                  <a:moveTo>
                    <a:pt x="409" y="2219"/>
                  </a:moveTo>
                  <a:moveTo>
                    <a:pt x="2285" y="2105"/>
                  </a:moveTo>
                  <a:moveTo>
                    <a:pt x="1850" y="2042"/>
                  </a:moveTo>
                  <a:moveTo>
                    <a:pt x="2016" y="2037"/>
                  </a:moveTo>
                  <a:moveTo>
                    <a:pt x="2016" y="2219"/>
                  </a:moveTo>
                  <a:moveTo>
                    <a:pt x="843" y="2116"/>
                  </a:moveTo>
                  <a:moveTo>
                    <a:pt x="1105" y="2266"/>
                  </a:moveTo>
                  <a:moveTo>
                    <a:pt x="1418" y="2058"/>
                  </a:moveTo>
                  <a:moveTo>
                    <a:pt x="1418" y="2110"/>
                  </a:moveTo>
                  <a:moveTo>
                    <a:pt x="945" y="2042"/>
                  </a:moveTo>
                  <a:moveTo>
                    <a:pt x="1000" y="1982"/>
                  </a:moveTo>
                  <a:moveTo>
                    <a:pt x="2325" y="1977"/>
                  </a:moveTo>
                  <a:moveTo>
                    <a:pt x="400" y="762"/>
                  </a:moveTo>
                  <a:moveTo>
                    <a:pt x="1702" y="0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</p:grpSp>
      <p:pic>
        <p:nvPicPr>
          <p:cNvPr id="174" name="Graphic 173">
            <a:extLst>
              <a:ext uri="{FF2B5EF4-FFF2-40B4-BE49-F238E27FC236}">
                <a16:creationId xmlns:a16="http://schemas.microsoft.com/office/drawing/2014/main" id="{16EC7F8A-510D-47E1-8C81-E7D29DC71A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7157" y="808302"/>
            <a:ext cx="2367926" cy="50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172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7C381A-4832-44EF-BC1F-D344FAAAD711}"/>
              </a:ext>
            </a:extLst>
          </p:cNvPr>
          <p:cNvSpPr>
            <a:spLocks/>
          </p:cNvSpPr>
          <p:nvPr userDrawn="1"/>
        </p:nvSpPr>
        <p:spPr>
          <a:xfrm>
            <a:off x="334018" y="2544457"/>
            <a:ext cx="10035533" cy="2484743"/>
          </a:xfrm>
          <a:prstGeom prst="rect">
            <a:avLst/>
          </a:prstGeom>
          <a:solidFill>
            <a:srgbClr val="74748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3F42BA56-CAE3-41F7-9275-0DB1B2158B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088" y="322263"/>
            <a:ext cx="10050463" cy="7019925"/>
          </a:xfrm>
          <a:prstGeom prst="rect">
            <a:avLst/>
          </a:prstGeom>
          <a:noFill/>
          <a:ln w="23813" cap="flat">
            <a:solidFill>
              <a:srgbClr val="2E2E3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Freeform 17">
            <a:extLst>
              <a:ext uri="{FF2B5EF4-FFF2-40B4-BE49-F238E27FC236}">
                <a16:creationId xmlns:a16="http://schemas.microsoft.com/office/drawing/2014/main" id="{26EB76D5-7537-4808-BE7E-0FC9CCE11925}"/>
              </a:ext>
            </a:extLst>
          </p:cNvPr>
          <p:cNvSpPr>
            <a:spLocks/>
          </p:cNvSpPr>
          <p:nvPr userDrawn="1"/>
        </p:nvSpPr>
        <p:spPr bwMode="auto">
          <a:xfrm>
            <a:off x="3338514" y="2239657"/>
            <a:ext cx="4014786" cy="574227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R="0" lvl="0" indent="0" algn="ctr" defTabSz="100794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2800" b="1" i="0" u="none" strike="noStrike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</a:rPr>
              <a:t>This is to certify that</a:t>
            </a:r>
            <a:endParaRPr kumimoji="0" lang="en-GB" sz="2800" b="1" i="0" u="none" strike="noStrike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</a:endParaRPr>
          </a:p>
        </p:txBody>
      </p:sp>
      <p:sp>
        <p:nvSpPr>
          <p:cNvPr id="166" name="Subtitle 2">
            <a:extLst>
              <a:ext uri="{FF2B5EF4-FFF2-40B4-BE49-F238E27FC236}">
                <a16:creationId xmlns:a16="http://schemas.microsoft.com/office/drawing/2014/main" id="{0008E2B0-8C2A-41AF-96F4-19FD43337F99}"/>
              </a:ext>
            </a:extLst>
          </p:cNvPr>
          <p:cNvSpPr txBox="1">
            <a:spLocks/>
          </p:cNvSpPr>
          <p:nvPr userDrawn="1"/>
        </p:nvSpPr>
        <p:spPr>
          <a:xfrm>
            <a:off x="2214400" y="390505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is a global </a:t>
            </a:r>
            <a:r>
              <a:rPr lang="en-GB" sz="2800" b="1" dirty="0">
                <a:latin typeface="EYInterstate" panose="02000503020000020004" pitchFamily="2" charset="0"/>
                <a:ea typeface="+mj-ea"/>
                <a:cs typeface="+mj-cs"/>
              </a:rPr>
              <a:t>winner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 in the </a:t>
            </a:r>
            <a: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  <a:t>2022 Better Working World Data Challenge.</a:t>
            </a:r>
            <a:br>
              <a:rPr lang="en-GB" dirty="0">
                <a:latin typeface="EYInterstate Light" panose="02000506000000020004" pitchFamily="2" charset="0"/>
                <a:ea typeface="+mj-ea"/>
                <a:cs typeface="+mj-cs"/>
              </a:rPr>
            </a:br>
          </a:p>
        </p:txBody>
      </p:sp>
      <p:sp>
        <p:nvSpPr>
          <p:cNvPr id="167" name="Title 35">
            <a:extLst>
              <a:ext uri="{FF2B5EF4-FFF2-40B4-BE49-F238E27FC236}">
                <a16:creationId xmlns:a16="http://schemas.microsoft.com/office/drawing/2014/main" id="{E99C4E33-460E-455E-BE5F-18795CB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4400" y="3201833"/>
            <a:ext cx="6263014" cy="574258"/>
          </a:xfrm>
        </p:spPr>
        <p:txBody>
          <a:bodyPr>
            <a:normAutofit/>
          </a:bodyPr>
          <a:lstStyle>
            <a:lvl1pPr algn="ctr">
              <a:defRPr sz="3500" b="1">
                <a:latin typeface="EYInterstate" panose="02000503020000020004" pitchFamily="2" charset="0"/>
              </a:defRPr>
            </a:lvl1pPr>
          </a:lstStyle>
          <a:p>
            <a:r>
              <a:rPr lang="en-US" dirty="0"/>
              <a:t>[Insert Name Here]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307B001-A857-4A97-B110-28C358E21379}"/>
              </a:ext>
            </a:extLst>
          </p:cNvPr>
          <p:cNvSpPr txBox="1">
            <a:spLocks/>
          </p:cNvSpPr>
          <p:nvPr userDrawn="1"/>
        </p:nvSpPr>
        <p:spPr>
          <a:xfrm>
            <a:off x="569746" y="6165616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Beatriz Sanz Saiz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EY Global Data &amp; Analytics Leader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8881B7-9B56-45C9-8F51-5B4E7B548053}"/>
              </a:ext>
            </a:extLst>
          </p:cNvPr>
          <p:cNvSpPr txBox="1">
            <a:spLocks/>
          </p:cNvSpPr>
          <p:nvPr userDrawn="1"/>
        </p:nvSpPr>
        <p:spPr>
          <a:xfrm>
            <a:off x="7081583" y="6165617"/>
            <a:ext cx="3040484" cy="461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latin typeface="EYInterstate Light" panose="02000506000000020004" pitchFamily="2" charset="0"/>
              </a:rPr>
              <a:t>Alexandros Papaspyridis</a:t>
            </a:r>
          </a:p>
          <a:p>
            <a:r>
              <a:rPr lang="en-GB" sz="1400" dirty="0">
                <a:latin typeface="EYInterstate Light" panose="02000506000000020004" pitchFamily="2" charset="0"/>
              </a:rPr>
              <a:t>Director, Higher Education, Microsoft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E3987-3B16-4B7B-8F8D-4B8F9C35145F}"/>
              </a:ext>
            </a:extLst>
          </p:cNvPr>
          <p:cNvSpPr txBox="1">
            <a:spLocks/>
          </p:cNvSpPr>
          <p:nvPr userDrawn="1"/>
        </p:nvSpPr>
        <p:spPr>
          <a:xfrm>
            <a:off x="334018" y="6972856"/>
            <a:ext cx="10050463" cy="369332"/>
          </a:xfrm>
          <a:prstGeom prst="rect">
            <a:avLst/>
          </a:prstGeom>
          <a:solidFill>
            <a:srgbClr val="2E2E38"/>
          </a:solidFill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solidFill>
                  <a:srgbClr val="FFE600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E756391-C984-4279-B19F-5D6A5E90CB8D}"/>
              </a:ext>
            </a:extLst>
          </p:cNvPr>
          <p:cNvCxnSpPr>
            <a:cxnSpLocks/>
          </p:cNvCxnSpPr>
          <p:nvPr userDrawn="1"/>
        </p:nvCxnSpPr>
        <p:spPr>
          <a:xfrm>
            <a:off x="2214400" y="3795622"/>
            <a:ext cx="6263014" cy="0"/>
          </a:xfrm>
          <a:prstGeom prst="line">
            <a:avLst/>
          </a:prstGeom>
          <a:ln w="28575">
            <a:solidFill>
              <a:srgbClr val="FFE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3382338-D59F-43D1-BDD6-CEB9B868029F}"/>
              </a:ext>
            </a:extLst>
          </p:cNvPr>
          <p:cNvCxnSpPr>
            <a:cxnSpLocks/>
          </p:cNvCxnSpPr>
          <p:nvPr userDrawn="1"/>
        </p:nvCxnSpPr>
        <p:spPr>
          <a:xfrm>
            <a:off x="569746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A08271-3DEB-49A4-B899-7C61600D1DC4}"/>
              </a:ext>
            </a:extLst>
          </p:cNvPr>
          <p:cNvCxnSpPr>
            <a:cxnSpLocks/>
          </p:cNvCxnSpPr>
          <p:nvPr userDrawn="1"/>
        </p:nvCxnSpPr>
        <p:spPr>
          <a:xfrm>
            <a:off x="7081582" y="6114752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4">
            <a:extLst>
              <a:ext uri="{FF2B5EF4-FFF2-40B4-BE49-F238E27FC236}">
                <a16:creationId xmlns:a16="http://schemas.microsoft.com/office/drawing/2014/main" id="{5044809D-1320-4B48-BEF6-F0C62017E5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2844" y="561618"/>
            <a:ext cx="1080000" cy="1282704"/>
            <a:chOff x="4857" y="3364"/>
            <a:chExt cx="622" cy="729"/>
          </a:xfrm>
        </p:grpSpPr>
        <p:sp>
          <p:nvSpPr>
            <p:cNvPr id="171" name="AutoShape 3">
              <a:extLst>
                <a:ext uri="{FF2B5EF4-FFF2-40B4-BE49-F238E27FC236}">
                  <a16:creationId xmlns:a16="http://schemas.microsoft.com/office/drawing/2014/main" id="{5E7BEA53-1940-4BF4-8134-CD6ACFEA8F5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857" y="3364"/>
              <a:ext cx="622" cy="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2" name="Freeform 5">
              <a:extLst>
                <a:ext uri="{FF2B5EF4-FFF2-40B4-BE49-F238E27FC236}">
                  <a16:creationId xmlns:a16="http://schemas.microsoft.com/office/drawing/2014/main" id="{6C5F8E9B-E8EE-4952-B94D-B8424625C8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" y="3364"/>
              <a:ext cx="498" cy="182"/>
            </a:xfrm>
            <a:custGeom>
              <a:avLst/>
              <a:gdLst>
                <a:gd name="T0" fmla="*/ 2491 w 2491"/>
                <a:gd name="T1" fmla="*/ 0 h 910"/>
                <a:gd name="T2" fmla="*/ 0 w 2491"/>
                <a:gd name="T3" fmla="*/ 910 h 910"/>
                <a:gd name="T4" fmla="*/ 2491 w 2491"/>
                <a:gd name="T5" fmla="*/ 469 h 910"/>
                <a:gd name="T6" fmla="*/ 2491 w 2491"/>
                <a:gd name="T7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91" h="910">
                  <a:moveTo>
                    <a:pt x="2491" y="0"/>
                  </a:moveTo>
                  <a:lnTo>
                    <a:pt x="0" y="910"/>
                  </a:lnTo>
                  <a:lnTo>
                    <a:pt x="2491" y="469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  <p:sp>
          <p:nvSpPr>
            <p:cNvPr id="173" name="Freeform 6">
              <a:extLst>
                <a:ext uri="{FF2B5EF4-FFF2-40B4-BE49-F238E27FC236}">
                  <a16:creationId xmlns:a16="http://schemas.microsoft.com/office/drawing/2014/main" id="{9D49455B-7C03-472F-8E9A-1ED96B78BC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57" y="3622"/>
              <a:ext cx="622" cy="471"/>
            </a:xfrm>
            <a:custGeom>
              <a:avLst/>
              <a:gdLst>
                <a:gd name="T0" fmla="*/ 235 w 3110"/>
                <a:gd name="T1" fmla="*/ 1600 h 2357"/>
                <a:gd name="T2" fmla="*/ 255 w 3110"/>
                <a:gd name="T3" fmla="*/ 1809 h 2357"/>
                <a:gd name="T4" fmla="*/ 152 w 3110"/>
                <a:gd name="T5" fmla="*/ 1823 h 2357"/>
                <a:gd name="T6" fmla="*/ 353 w 3110"/>
                <a:gd name="T7" fmla="*/ 1774 h 2357"/>
                <a:gd name="T8" fmla="*/ 419 w 3110"/>
                <a:gd name="T9" fmla="*/ 1871 h 2357"/>
                <a:gd name="T10" fmla="*/ 1148 w 3110"/>
                <a:gd name="T11" fmla="*/ 1664 h 2357"/>
                <a:gd name="T12" fmla="*/ 1225 w 3110"/>
                <a:gd name="T13" fmla="*/ 1751 h 2357"/>
                <a:gd name="T14" fmla="*/ 701 w 3110"/>
                <a:gd name="T15" fmla="*/ 1558 h 2357"/>
                <a:gd name="T16" fmla="*/ 744 w 3110"/>
                <a:gd name="T17" fmla="*/ 1723 h 2357"/>
                <a:gd name="T18" fmla="*/ 866 w 3110"/>
                <a:gd name="T19" fmla="*/ 1868 h 2357"/>
                <a:gd name="T20" fmla="*/ 838 w 3110"/>
                <a:gd name="T21" fmla="*/ 1696 h 2357"/>
                <a:gd name="T22" fmla="*/ 2035 w 3110"/>
                <a:gd name="T23" fmla="*/ 1874 h 2357"/>
                <a:gd name="T24" fmla="*/ 2173 w 3110"/>
                <a:gd name="T25" fmla="*/ 1760 h 2357"/>
                <a:gd name="T26" fmla="*/ 2115 w 3110"/>
                <a:gd name="T27" fmla="*/ 1743 h 2357"/>
                <a:gd name="T28" fmla="*/ 2074 w 3110"/>
                <a:gd name="T29" fmla="*/ 1696 h 2357"/>
                <a:gd name="T30" fmla="*/ 1318 w 3110"/>
                <a:gd name="T31" fmla="*/ 1748 h 2357"/>
                <a:gd name="T32" fmla="*/ 1455 w 3110"/>
                <a:gd name="T33" fmla="*/ 1858 h 2357"/>
                <a:gd name="T34" fmla="*/ 1484 w 3110"/>
                <a:gd name="T35" fmla="*/ 1938 h 2357"/>
                <a:gd name="T36" fmla="*/ 1378 w 3110"/>
                <a:gd name="T37" fmla="*/ 1794 h 2357"/>
                <a:gd name="T38" fmla="*/ 1740 w 3110"/>
                <a:gd name="T39" fmla="*/ 1690 h 2357"/>
                <a:gd name="T40" fmla="*/ 1644 w 3110"/>
                <a:gd name="T41" fmla="*/ 1791 h 2357"/>
                <a:gd name="T42" fmla="*/ 1835 w 3110"/>
                <a:gd name="T43" fmla="*/ 1723 h 2357"/>
                <a:gd name="T44" fmla="*/ 1698 w 3110"/>
                <a:gd name="T45" fmla="*/ 1800 h 2357"/>
                <a:gd name="T46" fmla="*/ 1721 w 3110"/>
                <a:gd name="T47" fmla="*/ 1831 h 2357"/>
                <a:gd name="T48" fmla="*/ 2256 w 3110"/>
                <a:gd name="T49" fmla="*/ 1780 h 2357"/>
                <a:gd name="T50" fmla="*/ 2243 w 3110"/>
                <a:gd name="T51" fmla="*/ 1665 h 2357"/>
                <a:gd name="T52" fmla="*/ 2306 w 3110"/>
                <a:gd name="T53" fmla="*/ 1880 h 2357"/>
                <a:gd name="T54" fmla="*/ 2338 w 3110"/>
                <a:gd name="T55" fmla="*/ 1722 h 2357"/>
                <a:gd name="T56" fmla="*/ 2929 w 3110"/>
                <a:gd name="T57" fmla="*/ 1763 h 2357"/>
                <a:gd name="T58" fmla="*/ 2750 w 3110"/>
                <a:gd name="T59" fmla="*/ 1695 h 2357"/>
                <a:gd name="T60" fmla="*/ 2872 w 3110"/>
                <a:gd name="T61" fmla="*/ 1874 h 2357"/>
                <a:gd name="T62" fmla="*/ 2658 w 3110"/>
                <a:gd name="T63" fmla="*/ 1797 h 2357"/>
                <a:gd name="T64" fmla="*/ 2623 w 3110"/>
                <a:gd name="T65" fmla="*/ 1867 h 2357"/>
                <a:gd name="T66" fmla="*/ 2482 w 3110"/>
                <a:gd name="T67" fmla="*/ 1876 h 2357"/>
                <a:gd name="T68" fmla="*/ 2513 w 3110"/>
                <a:gd name="T69" fmla="*/ 1825 h 2357"/>
                <a:gd name="T70" fmla="*/ 3019 w 3110"/>
                <a:gd name="T71" fmla="*/ 1651 h 2357"/>
                <a:gd name="T72" fmla="*/ 981 w 3110"/>
                <a:gd name="T73" fmla="*/ 1874 h 2357"/>
                <a:gd name="T74" fmla="*/ 2433 w 3110"/>
                <a:gd name="T75" fmla="*/ 2085 h 2357"/>
                <a:gd name="T76" fmla="*/ 2528 w 3110"/>
                <a:gd name="T77" fmla="*/ 2268 h 2357"/>
                <a:gd name="T78" fmla="*/ 2503 w 3110"/>
                <a:gd name="T79" fmla="*/ 2090 h 2357"/>
                <a:gd name="T80" fmla="*/ 631 w 3110"/>
                <a:gd name="T81" fmla="*/ 2093 h 2357"/>
                <a:gd name="T82" fmla="*/ 677 w 3110"/>
                <a:gd name="T83" fmla="*/ 2105 h 2357"/>
                <a:gd name="T84" fmla="*/ 203 w 3110"/>
                <a:gd name="T85" fmla="*/ 2151 h 2357"/>
                <a:gd name="T86" fmla="*/ 312 w 3110"/>
                <a:gd name="T87" fmla="*/ 2190 h 2357"/>
                <a:gd name="T88" fmla="*/ 507 w 3110"/>
                <a:gd name="T89" fmla="*/ 2190 h 2357"/>
                <a:gd name="T90" fmla="*/ 377 w 3110"/>
                <a:gd name="T91" fmla="*/ 2201 h 2357"/>
                <a:gd name="T92" fmla="*/ 442 w 3110"/>
                <a:gd name="T93" fmla="*/ 2201 h 2357"/>
                <a:gd name="T94" fmla="*/ 2213 w 3110"/>
                <a:gd name="T95" fmla="*/ 2056 h 2357"/>
                <a:gd name="T96" fmla="*/ 1608 w 3110"/>
                <a:gd name="T97" fmla="*/ 2042 h 2357"/>
                <a:gd name="T98" fmla="*/ 1951 w 3110"/>
                <a:gd name="T99" fmla="*/ 2062 h 2357"/>
                <a:gd name="T100" fmla="*/ 2016 w 3110"/>
                <a:gd name="T101" fmla="*/ 2271 h 2357"/>
                <a:gd name="T102" fmla="*/ 2075 w 3110"/>
                <a:gd name="T103" fmla="*/ 2057 h 2357"/>
                <a:gd name="T104" fmla="*/ 2016 w 3110"/>
                <a:gd name="T105" fmla="*/ 2089 h 2357"/>
                <a:gd name="T106" fmla="*/ 772 w 3110"/>
                <a:gd name="T107" fmla="*/ 1949 h 2357"/>
                <a:gd name="T108" fmla="*/ 1210 w 3110"/>
                <a:gd name="T109" fmla="*/ 2052 h 2357"/>
                <a:gd name="T110" fmla="*/ 1116 w 3110"/>
                <a:gd name="T111" fmla="*/ 2102 h 2357"/>
                <a:gd name="T112" fmla="*/ 1289 w 3110"/>
                <a:gd name="T113" fmla="*/ 2093 h 2357"/>
                <a:gd name="T114" fmla="*/ 1395 w 3110"/>
                <a:gd name="T115" fmla="*/ 2266 h 2357"/>
                <a:gd name="T116" fmla="*/ 1413 w 3110"/>
                <a:gd name="T117" fmla="*/ 2350 h 2357"/>
                <a:gd name="T118" fmla="*/ 1364 w 3110"/>
                <a:gd name="T119" fmla="*/ 2217 h 2357"/>
                <a:gd name="T120" fmla="*/ 1000 w 3110"/>
                <a:gd name="T121" fmla="*/ 2139 h 2357"/>
                <a:gd name="T122" fmla="*/ 400 w 3110"/>
                <a:gd name="T123" fmla="*/ 97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10" h="2357">
                  <a:moveTo>
                    <a:pt x="259" y="1777"/>
                  </a:moveTo>
                  <a:moveTo>
                    <a:pt x="152" y="1823"/>
                  </a:moveTo>
                  <a:moveTo>
                    <a:pt x="151" y="1685"/>
                  </a:moveTo>
                  <a:moveTo>
                    <a:pt x="298" y="1778"/>
                  </a:moveTo>
                  <a:moveTo>
                    <a:pt x="1143" y="1874"/>
                  </a:moveTo>
                  <a:moveTo>
                    <a:pt x="597" y="1755"/>
                  </a:moveTo>
                  <a:moveTo>
                    <a:pt x="646" y="1585"/>
                  </a:moveTo>
                  <a:moveTo>
                    <a:pt x="877" y="1666"/>
                  </a:moveTo>
                  <a:moveTo>
                    <a:pt x="838" y="1829"/>
                  </a:moveTo>
                  <a:moveTo>
                    <a:pt x="2084" y="1645"/>
                  </a:moveTo>
                  <a:moveTo>
                    <a:pt x="2074" y="1696"/>
                  </a:moveTo>
                  <a:moveTo>
                    <a:pt x="1455" y="1666"/>
                  </a:moveTo>
                  <a:moveTo>
                    <a:pt x="1455" y="1719"/>
                  </a:moveTo>
                  <a:moveTo>
                    <a:pt x="1683" y="1705"/>
                  </a:moveTo>
                  <a:moveTo>
                    <a:pt x="1698" y="1800"/>
                  </a:moveTo>
                  <a:moveTo>
                    <a:pt x="2350" y="1810"/>
                  </a:moveTo>
                  <a:moveTo>
                    <a:pt x="2257" y="1739"/>
                  </a:moveTo>
                  <a:moveTo>
                    <a:pt x="2884" y="1810"/>
                  </a:moveTo>
                  <a:moveTo>
                    <a:pt x="2791" y="1739"/>
                  </a:moveTo>
                  <a:moveTo>
                    <a:pt x="2658" y="1797"/>
                  </a:moveTo>
                  <a:moveTo>
                    <a:pt x="2550" y="1869"/>
                  </a:moveTo>
                  <a:moveTo>
                    <a:pt x="3096" y="1713"/>
                  </a:moveTo>
                  <a:moveTo>
                    <a:pt x="597" y="1591"/>
                  </a:moveTo>
                  <a:moveTo>
                    <a:pt x="981" y="1651"/>
                  </a:moveTo>
                  <a:moveTo>
                    <a:pt x="1037" y="1591"/>
                  </a:moveTo>
                  <a:moveTo>
                    <a:pt x="2558" y="2058"/>
                  </a:moveTo>
                  <a:moveTo>
                    <a:pt x="2519" y="2220"/>
                  </a:moveTo>
                  <a:moveTo>
                    <a:pt x="677" y="2105"/>
                  </a:moveTo>
                  <a:moveTo>
                    <a:pt x="242" y="2042"/>
                  </a:moveTo>
                  <a:moveTo>
                    <a:pt x="409" y="2037"/>
                  </a:moveTo>
                  <a:moveTo>
                    <a:pt x="409" y="2219"/>
                  </a:moveTo>
                  <a:moveTo>
                    <a:pt x="2285" y="2105"/>
                  </a:moveTo>
                  <a:moveTo>
                    <a:pt x="1850" y="2042"/>
                  </a:moveTo>
                  <a:moveTo>
                    <a:pt x="2016" y="2037"/>
                  </a:moveTo>
                  <a:moveTo>
                    <a:pt x="2016" y="2219"/>
                  </a:moveTo>
                  <a:moveTo>
                    <a:pt x="843" y="2116"/>
                  </a:moveTo>
                  <a:moveTo>
                    <a:pt x="1105" y="2266"/>
                  </a:moveTo>
                  <a:moveTo>
                    <a:pt x="1418" y="2058"/>
                  </a:moveTo>
                  <a:moveTo>
                    <a:pt x="1418" y="2110"/>
                  </a:moveTo>
                  <a:moveTo>
                    <a:pt x="945" y="2042"/>
                  </a:moveTo>
                  <a:moveTo>
                    <a:pt x="1000" y="1982"/>
                  </a:moveTo>
                  <a:moveTo>
                    <a:pt x="2325" y="1977"/>
                  </a:moveTo>
                  <a:moveTo>
                    <a:pt x="400" y="762"/>
                  </a:moveTo>
                  <a:moveTo>
                    <a:pt x="1702" y="0"/>
                  </a:moveTo>
                  <a:lnTo>
                    <a:pt x="259" y="1777"/>
                  </a:lnTo>
                  <a:lnTo>
                    <a:pt x="259" y="1769"/>
                  </a:lnTo>
                  <a:lnTo>
                    <a:pt x="258" y="1762"/>
                  </a:lnTo>
                  <a:lnTo>
                    <a:pt x="255" y="1749"/>
                  </a:lnTo>
                  <a:lnTo>
                    <a:pt x="249" y="1738"/>
                  </a:lnTo>
                  <a:lnTo>
                    <a:pt x="242" y="1729"/>
                  </a:lnTo>
                  <a:lnTo>
                    <a:pt x="235" y="1722"/>
                  </a:lnTo>
                  <a:lnTo>
                    <a:pt x="227" y="1717"/>
                  </a:lnTo>
                  <a:lnTo>
                    <a:pt x="220" y="1712"/>
                  </a:lnTo>
                  <a:lnTo>
                    <a:pt x="213" y="1709"/>
                  </a:lnTo>
                  <a:lnTo>
                    <a:pt x="213" y="1709"/>
                  </a:lnTo>
                  <a:lnTo>
                    <a:pt x="221" y="1703"/>
                  </a:lnTo>
                  <a:lnTo>
                    <a:pt x="228" y="1698"/>
                  </a:lnTo>
                  <a:lnTo>
                    <a:pt x="233" y="1691"/>
                  </a:lnTo>
                  <a:lnTo>
                    <a:pt x="239" y="1683"/>
                  </a:lnTo>
                  <a:lnTo>
                    <a:pt x="243" y="1675"/>
                  </a:lnTo>
                  <a:lnTo>
                    <a:pt x="246" y="1666"/>
                  </a:lnTo>
                  <a:lnTo>
                    <a:pt x="248" y="1658"/>
                  </a:lnTo>
                  <a:lnTo>
                    <a:pt x="248" y="1648"/>
                  </a:lnTo>
                  <a:lnTo>
                    <a:pt x="248" y="1648"/>
                  </a:lnTo>
                  <a:lnTo>
                    <a:pt x="248" y="1639"/>
                  </a:lnTo>
                  <a:lnTo>
                    <a:pt x="247" y="1630"/>
                  </a:lnTo>
                  <a:lnTo>
                    <a:pt x="245" y="1622"/>
                  </a:lnTo>
                  <a:lnTo>
                    <a:pt x="242" y="1614"/>
                  </a:lnTo>
                  <a:lnTo>
                    <a:pt x="239" y="1606"/>
                  </a:lnTo>
                  <a:lnTo>
                    <a:pt x="235" y="1600"/>
                  </a:lnTo>
                  <a:lnTo>
                    <a:pt x="229" y="1594"/>
                  </a:lnTo>
                  <a:lnTo>
                    <a:pt x="223" y="1589"/>
                  </a:lnTo>
                  <a:lnTo>
                    <a:pt x="217" y="1584"/>
                  </a:lnTo>
                  <a:lnTo>
                    <a:pt x="210" y="1580"/>
                  </a:lnTo>
                  <a:lnTo>
                    <a:pt x="202" y="1576"/>
                  </a:lnTo>
                  <a:lnTo>
                    <a:pt x="193" y="1573"/>
                  </a:lnTo>
                  <a:lnTo>
                    <a:pt x="185" y="1571"/>
                  </a:lnTo>
                  <a:lnTo>
                    <a:pt x="175" y="1569"/>
                  </a:lnTo>
                  <a:lnTo>
                    <a:pt x="165" y="1569"/>
                  </a:lnTo>
                  <a:lnTo>
                    <a:pt x="153" y="1568"/>
                  </a:lnTo>
                  <a:lnTo>
                    <a:pt x="22" y="1568"/>
                  </a:lnTo>
                  <a:lnTo>
                    <a:pt x="22" y="1874"/>
                  </a:lnTo>
                  <a:lnTo>
                    <a:pt x="152" y="1874"/>
                  </a:lnTo>
                  <a:lnTo>
                    <a:pt x="152" y="1874"/>
                  </a:lnTo>
                  <a:lnTo>
                    <a:pt x="165" y="1874"/>
                  </a:lnTo>
                  <a:lnTo>
                    <a:pt x="176" y="1873"/>
                  </a:lnTo>
                  <a:lnTo>
                    <a:pt x="187" y="1871"/>
                  </a:lnTo>
                  <a:lnTo>
                    <a:pt x="197" y="1868"/>
                  </a:lnTo>
                  <a:lnTo>
                    <a:pt x="207" y="1864"/>
                  </a:lnTo>
                  <a:lnTo>
                    <a:pt x="216" y="1860"/>
                  </a:lnTo>
                  <a:lnTo>
                    <a:pt x="223" y="1854"/>
                  </a:lnTo>
                  <a:lnTo>
                    <a:pt x="230" y="1849"/>
                  </a:lnTo>
                  <a:lnTo>
                    <a:pt x="237" y="1842"/>
                  </a:lnTo>
                  <a:lnTo>
                    <a:pt x="242" y="1834"/>
                  </a:lnTo>
                  <a:lnTo>
                    <a:pt x="248" y="1827"/>
                  </a:lnTo>
                  <a:lnTo>
                    <a:pt x="251" y="1818"/>
                  </a:lnTo>
                  <a:lnTo>
                    <a:pt x="255" y="1809"/>
                  </a:lnTo>
                  <a:lnTo>
                    <a:pt x="257" y="1799"/>
                  </a:lnTo>
                  <a:lnTo>
                    <a:pt x="258" y="1788"/>
                  </a:lnTo>
                  <a:lnTo>
                    <a:pt x="259" y="1777"/>
                  </a:lnTo>
                  <a:lnTo>
                    <a:pt x="259" y="1777"/>
                  </a:lnTo>
                  <a:lnTo>
                    <a:pt x="79" y="1823"/>
                  </a:lnTo>
                  <a:lnTo>
                    <a:pt x="79" y="1735"/>
                  </a:lnTo>
                  <a:lnTo>
                    <a:pt x="152" y="1735"/>
                  </a:lnTo>
                  <a:lnTo>
                    <a:pt x="152" y="1735"/>
                  </a:lnTo>
                  <a:lnTo>
                    <a:pt x="163" y="1737"/>
                  </a:lnTo>
                  <a:lnTo>
                    <a:pt x="172" y="1738"/>
                  </a:lnTo>
                  <a:lnTo>
                    <a:pt x="180" y="1741"/>
                  </a:lnTo>
                  <a:lnTo>
                    <a:pt x="187" y="1747"/>
                  </a:lnTo>
                  <a:lnTo>
                    <a:pt x="192" y="1752"/>
                  </a:lnTo>
                  <a:lnTo>
                    <a:pt x="196" y="1760"/>
                  </a:lnTo>
                  <a:lnTo>
                    <a:pt x="198" y="1769"/>
                  </a:lnTo>
                  <a:lnTo>
                    <a:pt x="199" y="1779"/>
                  </a:lnTo>
                  <a:lnTo>
                    <a:pt x="199" y="1779"/>
                  </a:lnTo>
                  <a:lnTo>
                    <a:pt x="198" y="1789"/>
                  </a:lnTo>
                  <a:lnTo>
                    <a:pt x="196" y="1798"/>
                  </a:lnTo>
                  <a:lnTo>
                    <a:pt x="191" y="1805"/>
                  </a:lnTo>
                  <a:lnTo>
                    <a:pt x="187" y="1811"/>
                  </a:lnTo>
                  <a:lnTo>
                    <a:pt x="180" y="1817"/>
                  </a:lnTo>
                  <a:lnTo>
                    <a:pt x="172" y="1820"/>
                  </a:lnTo>
                  <a:lnTo>
                    <a:pt x="162" y="1822"/>
                  </a:lnTo>
                  <a:lnTo>
                    <a:pt x="152" y="1823"/>
                  </a:lnTo>
                  <a:lnTo>
                    <a:pt x="152" y="1823"/>
                  </a:lnTo>
                  <a:lnTo>
                    <a:pt x="79" y="1685"/>
                  </a:lnTo>
                  <a:lnTo>
                    <a:pt x="79" y="1620"/>
                  </a:lnTo>
                  <a:lnTo>
                    <a:pt x="149" y="1620"/>
                  </a:lnTo>
                  <a:lnTo>
                    <a:pt x="149" y="1620"/>
                  </a:lnTo>
                  <a:lnTo>
                    <a:pt x="158" y="1621"/>
                  </a:lnTo>
                  <a:lnTo>
                    <a:pt x="167" y="1622"/>
                  </a:lnTo>
                  <a:lnTo>
                    <a:pt x="173" y="1624"/>
                  </a:lnTo>
                  <a:lnTo>
                    <a:pt x="179" y="1628"/>
                  </a:lnTo>
                  <a:lnTo>
                    <a:pt x="183" y="1633"/>
                  </a:lnTo>
                  <a:lnTo>
                    <a:pt x="187" y="1639"/>
                  </a:lnTo>
                  <a:lnTo>
                    <a:pt x="188" y="1645"/>
                  </a:lnTo>
                  <a:lnTo>
                    <a:pt x="189" y="1653"/>
                  </a:lnTo>
                  <a:lnTo>
                    <a:pt x="189" y="1653"/>
                  </a:lnTo>
                  <a:lnTo>
                    <a:pt x="189" y="1659"/>
                  </a:lnTo>
                  <a:lnTo>
                    <a:pt x="188" y="1664"/>
                  </a:lnTo>
                  <a:lnTo>
                    <a:pt x="186" y="1670"/>
                  </a:lnTo>
                  <a:lnTo>
                    <a:pt x="182" y="1674"/>
                  </a:lnTo>
                  <a:lnTo>
                    <a:pt x="177" y="1679"/>
                  </a:lnTo>
                  <a:lnTo>
                    <a:pt x="170" y="1682"/>
                  </a:lnTo>
                  <a:lnTo>
                    <a:pt x="162" y="1684"/>
                  </a:lnTo>
                  <a:lnTo>
                    <a:pt x="151" y="1685"/>
                  </a:lnTo>
                  <a:lnTo>
                    <a:pt x="151" y="1685"/>
                  </a:lnTo>
                  <a:lnTo>
                    <a:pt x="298" y="1651"/>
                  </a:lnTo>
                  <a:lnTo>
                    <a:pt x="353" y="1651"/>
                  </a:lnTo>
                  <a:lnTo>
                    <a:pt x="353" y="1774"/>
                  </a:lnTo>
                  <a:lnTo>
                    <a:pt x="353" y="1774"/>
                  </a:lnTo>
                  <a:lnTo>
                    <a:pt x="353" y="1787"/>
                  </a:lnTo>
                  <a:lnTo>
                    <a:pt x="356" y="1799"/>
                  </a:lnTo>
                  <a:lnTo>
                    <a:pt x="359" y="1808"/>
                  </a:lnTo>
                  <a:lnTo>
                    <a:pt x="363" y="1815"/>
                  </a:lnTo>
                  <a:lnTo>
                    <a:pt x="369" y="1821"/>
                  </a:lnTo>
                  <a:lnTo>
                    <a:pt x="376" y="1825"/>
                  </a:lnTo>
                  <a:lnTo>
                    <a:pt x="385" y="1828"/>
                  </a:lnTo>
                  <a:lnTo>
                    <a:pt x="395" y="1829"/>
                  </a:lnTo>
                  <a:lnTo>
                    <a:pt x="395" y="1829"/>
                  </a:lnTo>
                  <a:lnTo>
                    <a:pt x="405" y="1828"/>
                  </a:lnTo>
                  <a:lnTo>
                    <a:pt x="412" y="1825"/>
                  </a:lnTo>
                  <a:lnTo>
                    <a:pt x="420" y="1821"/>
                  </a:lnTo>
                  <a:lnTo>
                    <a:pt x="426" y="1815"/>
                  </a:lnTo>
                  <a:lnTo>
                    <a:pt x="430" y="1808"/>
                  </a:lnTo>
                  <a:lnTo>
                    <a:pt x="433" y="1798"/>
                  </a:lnTo>
                  <a:lnTo>
                    <a:pt x="436" y="1787"/>
                  </a:lnTo>
                  <a:lnTo>
                    <a:pt x="436" y="1774"/>
                  </a:lnTo>
                  <a:lnTo>
                    <a:pt x="436" y="1651"/>
                  </a:lnTo>
                  <a:lnTo>
                    <a:pt x="491" y="1651"/>
                  </a:lnTo>
                  <a:lnTo>
                    <a:pt x="491" y="1874"/>
                  </a:lnTo>
                  <a:lnTo>
                    <a:pt x="436" y="1874"/>
                  </a:lnTo>
                  <a:lnTo>
                    <a:pt x="436" y="1857"/>
                  </a:lnTo>
                  <a:lnTo>
                    <a:pt x="436" y="1857"/>
                  </a:lnTo>
                  <a:lnTo>
                    <a:pt x="431" y="1862"/>
                  </a:lnTo>
                  <a:lnTo>
                    <a:pt x="425" y="1867"/>
                  </a:lnTo>
                  <a:lnTo>
                    <a:pt x="419" y="1871"/>
                  </a:lnTo>
                  <a:lnTo>
                    <a:pt x="412" y="1873"/>
                  </a:lnTo>
                  <a:lnTo>
                    <a:pt x="406" y="1877"/>
                  </a:lnTo>
                  <a:lnTo>
                    <a:pt x="398" y="1878"/>
                  </a:lnTo>
                  <a:lnTo>
                    <a:pt x="390" y="1879"/>
                  </a:lnTo>
                  <a:lnTo>
                    <a:pt x="382" y="1880"/>
                  </a:lnTo>
                  <a:lnTo>
                    <a:pt x="382" y="1880"/>
                  </a:lnTo>
                  <a:lnTo>
                    <a:pt x="369" y="1879"/>
                  </a:lnTo>
                  <a:lnTo>
                    <a:pt x="358" y="1877"/>
                  </a:lnTo>
                  <a:lnTo>
                    <a:pt x="348" y="1873"/>
                  </a:lnTo>
                  <a:lnTo>
                    <a:pt x="338" y="1869"/>
                  </a:lnTo>
                  <a:lnTo>
                    <a:pt x="330" y="1863"/>
                  </a:lnTo>
                  <a:lnTo>
                    <a:pt x="323" y="1858"/>
                  </a:lnTo>
                  <a:lnTo>
                    <a:pt x="318" y="1850"/>
                  </a:lnTo>
                  <a:lnTo>
                    <a:pt x="312" y="1842"/>
                  </a:lnTo>
                  <a:lnTo>
                    <a:pt x="309" y="1834"/>
                  </a:lnTo>
                  <a:lnTo>
                    <a:pt x="306" y="1827"/>
                  </a:lnTo>
                  <a:lnTo>
                    <a:pt x="301" y="1809"/>
                  </a:lnTo>
                  <a:lnTo>
                    <a:pt x="299" y="1792"/>
                  </a:lnTo>
                  <a:lnTo>
                    <a:pt x="298" y="1778"/>
                  </a:lnTo>
                  <a:lnTo>
                    <a:pt x="298" y="1778"/>
                  </a:lnTo>
                  <a:lnTo>
                    <a:pt x="1087" y="1874"/>
                  </a:lnTo>
                  <a:lnTo>
                    <a:pt x="1087" y="1651"/>
                  </a:lnTo>
                  <a:lnTo>
                    <a:pt x="1143" y="1651"/>
                  </a:lnTo>
                  <a:lnTo>
                    <a:pt x="1143" y="1670"/>
                  </a:lnTo>
                  <a:lnTo>
                    <a:pt x="1143" y="1670"/>
                  </a:lnTo>
                  <a:lnTo>
                    <a:pt x="1148" y="1664"/>
                  </a:lnTo>
                  <a:lnTo>
                    <a:pt x="1154" y="1659"/>
                  </a:lnTo>
                  <a:lnTo>
                    <a:pt x="1160" y="1655"/>
                  </a:lnTo>
                  <a:lnTo>
                    <a:pt x="1167" y="1652"/>
                  </a:lnTo>
                  <a:lnTo>
                    <a:pt x="1175" y="1649"/>
                  </a:lnTo>
                  <a:lnTo>
                    <a:pt x="1182" y="1648"/>
                  </a:lnTo>
                  <a:lnTo>
                    <a:pt x="1190" y="1646"/>
                  </a:lnTo>
                  <a:lnTo>
                    <a:pt x="1198" y="1645"/>
                  </a:lnTo>
                  <a:lnTo>
                    <a:pt x="1198" y="1645"/>
                  </a:lnTo>
                  <a:lnTo>
                    <a:pt x="1208" y="1646"/>
                  </a:lnTo>
                  <a:lnTo>
                    <a:pt x="1217" y="1648"/>
                  </a:lnTo>
                  <a:lnTo>
                    <a:pt x="1226" y="1650"/>
                  </a:lnTo>
                  <a:lnTo>
                    <a:pt x="1234" y="1652"/>
                  </a:lnTo>
                  <a:lnTo>
                    <a:pt x="1242" y="1655"/>
                  </a:lnTo>
                  <a:lnTo>
                    <a:pt x="1248" y="1661"/>
                  </a:lnTo>
                  <a:lnTo>
                    <a:pt x="1254" y="1665"/>
                  </a:lnTo>
                  <a:lnTo>
                    <a:pt x="1259" y="1672"/>
                  </a:lnTo>
                  <a:lnTo>
                    <a:pt x="1265" y="1679"/>
                  </a:lnTo>
                  <a:lnTo>
                    <a:pt x="1268" y="1686"/>
                  </a:lnTo>
                  <a:lnTo>
                    <a:pt x="1273" y="1694"/>
                  </a:lnTo>
                  <a:lnTo>
                    <a:pt x="1275" y="1703"/>
                  </a:lnTo>
                  <a:lnTo>
                    <a:pt x="1277" y="1713"/>
                  </a:lnTo>
                  <a:lnTo>
                    <a:pt x="1279" y="1724"/>
                  </a:lnTo>
                  <a:lnTo>
                    <a:pt x="1280" y="1735"/>
                  </a:lnTo>
                  <a:lnTo>
                    <a:pt x="1280" y="1748"/>
                  </a:lnTo>
                  <a:lnTo>
                    <a:pt x="1280" y="1874"/>
                  </a:lnTo>
                  <a:lnTo>
                    <a:pt x="1225" y="1874"/>
                  </a:lnTo>
                  <a:lnTo>
                    <a:pt x="1225" y="1751"/>
                  </a:lnTo>
                  <a:lnTo>
                    <a:pt x="1225" y="1751"/>
                  </a:lnTo>
                  <a:lnTo>
                    <a:pt x="1225" y="1738"/>
                  </a:lnTo>
                  <a:lnTo>
                    <a:pt x="1223" y="1727"/>
                  </a:lnTo>
                  <a:lnTo>
                    <a:pt x="1219" y="1718"/>
                  </a:lnTo>
                  <a:lnTo>
                    <a:pt x="1215" y="1710"/>
                  </a:lnTo>
                  <a:lnTo>
                    <a:pt x="1209" y="1704"/>
                  </a:lnTo>
                  <a:lnTo>
                    <a:pt x="1203" y="1700"/>
                  </a:lnTo>
                  <a:lnTo>
                    <a:pt x="1195" y="1698"/>
                  </a:lnTo>
                  <a:lnTo>
                    <a:pt x="1185" y="1696"/>
                  </a:lnTo>
                  <a:lnTo>
                    <a:pt x="1185" y="1696"/>
                  </a:lnTo>
                  <a:lnTo>
                    <a:pt x="1175" y="1698"/>
                  </a:lnTo>
                  <a:lnTo>
                    <a:pt x="1166" y="1700"/>
                  </a:lnTo>
                  <a:lnTo>
                    <a:pt x="1159" y="1704"/>
                  </a:lnTo>
                  <a:lnTo>
                    <a:pt x="1154" y="1710"/>
                  </a:lnTo>
                  <a:lnTo>
                    <a:pt x="1148" y="1718"/>
                  </a:lnTo>
                  <a:lnTo>
                    <a:pt x="1145" y="1728"/>
                  </a:lnTo>
                  <a:lnTo>
                    <a:pt x="1143" y="1739"/>
                  </a:lnTo>
                  <a:lnTo>
                    <a:pt x="1143" y="1751"/>
                  </a:lnTo>
                  <a:lnTo>
                    <a:pt x="1143" y="1874"/>
                  </a:lnTo>
                  <a:lnTo>
                    <a:pt x="597" y="1874"/>
                  </a:lnTo>
                  <a:lnTo>
                    <a:pt x="541" y="1874"/>
                  </a:lnTo>
                  <a:lnTo>
                    <a:pt x="541" y="1651"/>
                  </a:lnTo>
                  <a:lnTo>
                    <a:pt x="597" y="1651"/>
                  </a:lnTo>
                  <a:lnTo>
                    <a:pt x="597" y="1755"/>
                  </a:lnTo>
                  <a:lnTo>
                    <a:pt x="701" y="1558"/>
                  </a:lnTo>
                  <a:lnTo>
                    <a:pt x="701" y="1760"/>
                  </a:lnTo>
                  <a:lnTo>
                    <a:pt x="701" y="1874"/>
                  </a:lnTo>
                  <a:lnTo>
                    <a:pt x="646" y="1874"/>
                  </a:lnTo>
                  <a:lnTo>
                    <a:pt x="646" y="1585"/>
                  </a:lnTo>
                  <a:lnTo>
                    <a:pt x="877" y="1666"/>
                  </a:lnTo>
                  <a:lnTo>
                    <a:pt x="873" y="1661"/>
                  </a:lnTo>
                  <a:lnTo>
                    <a:pt x="867" y="1658"/>
                  </a:lnTo>
                  <a:lnTo>
                    <a:pt x="860" y="1653"/>
                  </a:lnTo>
                  <a:lnTo>
                    <a:pt x="855" y="1651"/>
                  </a:lnTo>
                  <a:lnTo>
                    <a:pt x="848" y="1649"/>
                  </a:lnTo>
                  <a:lnTo>
                    <a:pt x="841" y="1646"/>
                  </a:lnTo>
                  <a:lnTo>
                    <a:pt x="828" y="1645"/>
                  </a:lnTo>
                  <a:lnTo>
                    <a:pt x="828" y="1645"/>
                  </a:lnTo>
                  <a:lnTo>
                    <a:pt x="818" y="1646"/>
                  </a:lnTo>
                  <a:lnTo>
                    <a:pt x="808" y="1648"/>
                  </a:lnTo>
                  <a:lnTo>
                    <a:pt x="799" y="1650"/>
                  </a:lnTo>
                  <a:lnTo>
                    <a:pt x="791" y="1653"/>
                  </a:lnTo>
                  <a:lnTo>
                    <a:pt x="784" y="1658"/>
                  </a:lnTo>
                  <a:lnTo>
                    <a:pt x="776" y="1663"/>
                  </a:lnTo>
                  <a:lnTo>
                    <a:pt x="769" y="1670"/>
                  </a:lnTo>
                  <a:lnTo>
                    <a:pt x="764" y="1676"/>
                  </a:lnTo>
                  <a:lnTo>
                    <a:pt x="758" y="1684"/>
                  </a:lnTo>
                  <a:lnTo>
                    <a:pt x="754" y="1693"/>
                  </a:lnTo>
                  <a:lnTo>
                    <a:pt x="749" y="1702"/>
                  </a:lnTo>
                  <a:lnTo>
                    <a:pt x="746" y="1712"/>
                  </a:lnTo>
                  <a:lnTo>
                    <a:pt x="744" y="1723"/>
                  </a:lnTo>
                  <a:lnTo>
                    <a:pt x="741" y="1735"/>
                  </a:lnTo>
                  <a:lnTo>
                    <a:pt x="740" y="1748"/>
                  </a:lnTo>
                  <a:lnTo>
                    <a:pt x="740" y="1760"/>
                  </a:lnTo>
                  <a:lnTo>
                    <a:pt x="740" y="1760"/>
                  </a:lnTo>
                  <a:lnTo>
                    <a:pt x="740" y="1774"/>
                  </a:lnTo>
                  <a:lnTo>
                    <a:pt x="741" y="1787"/>
                  </a:lnTo>
                  <a:lnTo>
                    <a:pt x="744" y="1799"/>
                  </a:lnTo>
                  <a:lnTo>
                    <a:pt x="746" y="1810"/>
                  </a:lnTo>
                  <a:lnTo>
                    <a:pt x="749" y="1821"/>
                  </a:lnTo>
                  <a:lnTo>
                    <a:pt x="752" y="1831"/>
                  </a:lnTo>
                  <a:lnTo>
                    <a:pt x="757" y="1840"/>
                  </a:lnTo>
                  <a:lnTo>
                    <a:pt x="762" y="1848"/>
                  </a:lnTo>
                  <a:lnTo>
                    <a:pt x="769" y="1856"/>
                  </a:lnTo>
                  <a:lnTo>
                    <a:pt x="775" y="1861"/>
                  </a:lnTo>
                  <a:lnTo>
                    <a:pt x="783" y="1867"/>
                  </a:lnTo>
                  <a:lnTo>
                    <a:pt x="790" y="1871"/>
                  </a:lnTo>
                  <a:lnTo>
                    <a:pt x="798" y="1874"/>
                  </a:lnTo>
                  <a:lnTo>
                    <a:pt x="807" y="1878"/>
                  </a:lnTo>
                  <a:lnTo>
                    <a:pt x="817" y="1879"/>
                  </a:lnTo>
                  <a:lnTo>
                    <a:pt x="827" y="1880"/>
                  </a:lnTo>
                  <a:lnTo>
                    <a:pt x="827" y="1880"/>
                  </a:lnTo>
                  <a:lnTo>
                    <a:pt x="834" y="1879"/>
                  </a:lnTo>
                  <a:lnTo>
                    <a:pt x="840" y="1878"/>
                  </a:lnTo>
                  <a:lnTo>
                    <a:pt x="847" y="1877"/>
                  </a:lnTo>
                  <a:lnTo>
                    <a:pt x="854" y="1874"/>
                  </a:lnTo>
                  <a:lnTo>
                    <a:pt x="859" y="1871"/>
                  </a:lnTo>
                  <a:lnTo>
                    <a:pt x="866" y="1868"/>
                  </a:lnTo>
                  <a:lnTo>
                    <a:pt x="871" y="1863"/>
                  </a:lnTo>
                  <a:lnTo>
                    <a:pt x="877" y="1858"/>
                  </a:lnTo>
                  <a:lnTo>
                    <a:pt x="877" y="1874"/>
                  </a:lnTo>
                  <a:lnTo>
                    <a:pt x="933" y="1874"/>
                  </a:lnTo>
                  <a:lnTo>
                    <a:pt x="933" y="1558"/>
                  </a:lnTo>
                  <a:lnTo>
                    <a:pt x="877" y="1585"/>
                  </a:lnTo>
                  <a:lnTo>
                    <a:pt x="877" y="1666"/>
                  </a:lnTo>
                  <a:lnTo>
                    <a:pt x="838" y="1829"/>
                  </a:lnTo>
                  <a:lnTo>
                    <a:pt x="831" y="1828"/>
                  </a:lnTo>
                  <a:lnTo>
                    <a:pt x="824" y="1825"/>
                  </a:lnTo>
                  <a:lnTo>
                    <a:pt x="817" y="1822"/>
                  </a:lnTo>
                  <a:lnTo>
                    <a:pt x="810" y="1815"/>
                  </a:lnTo>
                  <a:lnTo>
                    <a:pt x="805" y="1807"/>
                  </a:lnTo>
                  <a:lnTo>
                    <a:pt x="800" y="1794"/>
                  </a:lnTo>
                  <a:lnTo>
                    <a:pt x="797" y="1779"/>
                  </a:lnTo>
                  <a:lnTo>
                    <a:pt x="796" y="1759"/>
                  </a:lnTo>
                  <a:lnTo>
                    <a:pt x="796" y="1759"/>
                  </a:lnTo>
                  <a:lnTo>
                    <a:pt x="797" y="1741"/>
                  </a:lnTo>
                  <a:lnTo>
                    <a:pt x="800" y="1728"/>
                  </a:lnTo>
                  <a:lnTo>
                    <a:pt x="805" y="1717"/>
                  </a:lnTo>
                  <a:lnTo>
                    <a:pt x="810" y="1709"/>
                  </a:lnTo>
                  <a:lnTo>
                    <a:pt x="816" y="1702"/>
                  </a:lnTo>
                  <a:lnTo>
                    <a:pt x="824" y="1699"/>
                  </a:lnTo>
                  <a:lnTo>
                    <a:pt x="830" y="1696"/>
                  </a:lnTo>
                  <a:lnTo>
                    <a:pt x="838" y="1696"/>
                  </a:lnTo>
                  <a:lnTo>
                    <a:pt x="838" y="1696"/>
                  </a:lnTo>
                  <a:lnTo>
                    <a:pt x="845" y="1696"/>
                  </a:lnTo>
                  <a:lnTo>
                    <a:pt x="851" y="1699"/>
                  </a:lnTo>
                  <a:lnTo>
                    <a:pt x="858" y="1701"/>
                  </a:lnTo>
                  <a:lnTo>
                    <a:pt x="863" y="1704"/>
                  </a:lnTo>
                  <a:lnTo>
                    <a:pt x="867" y="1708"/>
                  </a:lnTo>
                  <a:lnTo>
                    <a:pt x="871" y="1711"/>
                  </a:lnTo>
                  <a:lnTo>
                    <a:pt x="877" y="1719"/>
                  </a:lnTo>
                  <a:lnTo>
                    <a:pt x="877" y="1807"/>
                  </a:lnTo>
                  <a:lnTo>
                    <a:pt x="877" y="1807"/>
                  </a:lnTo>
                  <a:lnTo>
                    <a:pt x="870" y="1814"/>
                  </a:lnTo>
                  <a:lnTo>
                    <a:pt x="863" y="1821"/>
                  </a:lnTo>
                  <a:lnTo>
                    <a:pt x="858" y="1824"/>
                  </a:lnTo>
                  <a:lnTo>
                    <a:pt x="851" y="1827"/>
                  </a:lnTo>
                  <a:lnTo>
                    <a:pt x="846" y="1828"/>
                  </a:lnTo>
                  <a:lnTo>
                    <a:pt x="838" y="1829"/>
                  </a:lnTo>
                  <a:lnTo>
                    <a:pt x="838" y="1829"/>
                  </a:lnTo>
                  <a:lnTo>
                    <a:pt x="2084" y="1645"/>
                  </a:lnTo>
                  <a:lnTo>
                    <a:pt x="2079" y="1646"/>
                  </a:lnTo>
                  <a:lnTo>
                    <a:pt x="2072" y="1648"/>
                  </a:lnTo>
                  <a:lnTo>
                    <a:pt x="2059" y="1651"/>
                  </a:lnTo>
                  <a:lnTo>
                    <a:pt x="2046" y="1658"/>
                  </a:lnTo>
                  <a:lnTo>
                    <a:pt x="2035" y="1666"/>
                  </a:lnTo>
                  <a:lnTo>
                    <a:pt x="2035" y="1563"/>
                  </a:lnTo>
                  <a:lnTo>
                    <a:pt x="1980" y="1591"/>
                  </a:lnTo>
                  <a:lnTo>
                    <a:pt x="1980" y="1874"/>
                  </a:lnTo>
                  <a:lnTo>
                    <a:pt x="2035" y="1874"/>
                  </a:lnTo>
                  <a:lnTo>
                    <a:pt x="2035" y="1858"/>
                  </a:lnTo>
                  <a:lnTo>
                    <a:pt x="2035" y="1858"/>
                  </a:lnTo>
                  <a:lnTo>
                    <a:pt x="2040" y="1863"/>
                  </a:lnTo>
                  <a:lnTo>
                    <a:pt x="2046" y="1868"/>
                  </a:lnTo>
                  <a:lnTo>
                    <a:pt x="2052" y="1871"/>
                  </a:lnTo>
                  <a:lnTo>
                    <a:pt x="2059" y="1874"/>
                  </a:lnTo>
                  <a:lnTo>
                    <a:pt x="2064" y="1877"/>
                  </a:lnTo>
                  <a:lnTo>
                    <a:pt x="2072" y="1878"/>
                  </a:lnTo>
                  <a:lnTo>
                    <a:pt x="2079" y="1879"/>
                  </a:lnTo>
                  <a:lnTo>
                    <a:pt x="2085" y="1880"/>
                  </a:lnTo>
                  <a:lnTo>
                    <a:pt x="2085" y="1880"/>
                  </a:lnTo>
                  <a:lnTo>
                    <a:pt x="2095" y="1879"/>
                  </a:lnTo>
                  <a:lnTo>
                    <a:pt x="2105" y="1878"/>
                  </a:lnTo>
                  <a:lnTo>
                    <a:pt x="2114" y="1876"/>
                  </a:lnTo>
                  <a:lnTo>
                    <a:pt x="2123" y="1871"/>
                  </a:lnTo>
                  <a:lnTo>
                    <a:pt x="2131" y="1867"/>
                  </a:lnTo>
                  <a:lnTo>
                    <a:pt x="2137" y="1862"/>
                  </a:lnTo>
                  <a:lnTo>
                    <a:pt x="2144" y="1856"/>
                  </a:lnTo>
                  <a:lnTo>
                    <a:pt x="2150" y="1849"/>
                  </a:lnTo>
                  <a:lnTo>
                    <a:pt x="2155" y="1840"/>
                  </a:lnTo>
                  <a:lnTo>
                    <a:pt x="2160" y="1831"/>
                  </a:lnTo>
                  <a:lnTo>
                    <a:pt x="2163" y="1821"/>
                  </a:lnTo>
                  <a:lnTo>
                    <a:pt x="2166" y="1811"/>
                  </a:lnTo>
                  <a:lnTo>
                    <a:pt x="2170" y="1800"/>
                  </a:lnTo>
                  <a:lnTo>
                    <a:pt x="2171" y="1788"/>
                  </a:lnTo>
                  <a:lnTo>
                    <a:pt x="2172" y="1774"/>
                  </a:lnTo>
                  <a:lnTo>
                    <a:pt x="2173" y="1760"/>
                  </a:lnTo>
                  <a:lnTo>
                    <a:pt x="2173" y="1760"/>
                  </a:lnTo>
                  <a:lnTo>
                    <a:pt x="2172" y="1748"/>
                  </a:lnTo>
                  <a:lnTo>
                    <a:pt x="2171" y="1735"/>
                  </a:lnTo>
                  <a:lnTo>
                    <a:pt x="2169" y="1723"/>
                  </a:lnTo>
                  <a:lnTo>
                    <a:pt x="2166" y="1712"/>
                  </a:lnTo>
                  <a:lnTo>
                    <a:pt x="2163" y="1702"/>
                  </a:lnTo>
                  <a:lnTo>
                    <a:pt x="2159" y="1693"/>
                  </a:lnTo>
                  <a:lnTo>
                    <a:pt x="2154" y="1684"/>
                  </a:lnTo>
                  <a:lnTo>
                    <a:pt x="2149" y="1676"/>
                  </a:lnTo>
                  <a:lnTo>
                    <a:pt x="2143" y="1670"/>
                  </a:lnTo>
                  <a:lnTo>
                    <a:pt x="2136" y="1663"/>
                  </a:lnTo>
                  <a:lnTo>
                    <a:pt x="2129" y="1658"/>
                  </a:lnTo>
                  <a:lnTo>
                    <a:pt x="2121" y="1653"/>
                  </a:lnTo>
                  <a:lnTo>
                    <a:pt x="2113" y="1650"/>
                  </a:lnTo>
                  <a:lnTo>
                    <a:pt x="2104" y="1648"/>
                  </a:lnTo>
                  <a:lnTo>
                    <a:pt x="2094" y="1646"/>
                  </a:lnTo>
                  <a:lnTo>
                    <a:pt x="2084" y="1645"/>
                  </a:lnTo>
                  <a:lnTo>
                    <a:pt x="2084" y="1645"/>
                  </a:lnTo>
                  <a:lnTo>
                    <a:pt x="2074" y="1696"/>
                  </a:lnTo>
                  <a:lnTo>
                    <a:pt x="2082" y="1698"/>
                  </a:lnTo>
                  <a:lnTo>
                    <a:pt x="2090" y="1700"/>
                  </a:lnTo>
                  <a:lnTo>
                    <a:pt x="2096" y="1704"/>
                  </a:lnTo>
                  <a:lnTo>
                    <a:pt x="2103" y="1711"/>
                  </a:lnTo>
                  <a:lnTo>
                    <a:pt x="2109" y="1719"/>
                  </a:lnTo>
                  <a:lnTo>
                    <a:pt x="2112" y="1730"/>
                  </a:lnTo>
                  <a:lnTo>
                    <a:pt x="2115" y="1743"/>
                  </a:lnTo>
                  <a:lnTo>
                    <a:pt x="2116" y="1759"/>
                  </a:lnTo>
                  <a:lnTo>
                    <a:pt x="2116" y="1759"/>
                  </a:lnTo>
                  <a:lnTo>
                    <a:pt x="2115" y="1775"/>
                  </a:lnTo>
                  <a:lnTo>
                    <a:pt x="2113" y="1790"/>
                  </a:lnTo>
                  <a:lnTo>
                    <a:pt x="2111" y="1801"/>
                  </a:lnTo>
                  <a:lnTo>
                    <a:pt x="2106" y="1811"/>
                  </a:lnTo>
                  <a:lnTo>
                    <a:pt x="2100" y="1819"/>
                  </a:lnTo>
                  <a:lnTo>
                    <a:pt x="2093" y="1824"/>
                  </a:lnTo>
                  <a:lnTo>
                    <a:pt x="2085" y="1828"/>
                  </a:lnTo>
                  <a:lnTo>
                    <a:pt x="2075" y="1829"/>
                  </a:lnTo>
                  <a:lnTo>
                    <a:pt x="2075" y="1829"/>
                  </a:lnTo>
                  <a:lnTo>
                    <a:pt x="2067" y="1828"/>
                  </a:lnTo>
                  <a:lnTo>
                    <a:pt x="2061" y="1827"/>
                  </a:lnTo>
                  <a:lnTo>
                    <a:pt x="2055" y="1823"/>
                  </a:lnTo>
                  <a:lnTo>
                    <a:pt x="2050" y="1821"/>
                  </a:lnTo>
                  <a:lnTo>
                    <a:pt x="2041" y="1813"/>
                  </a:lnTo>
                  <a:lnTo>
                    <a:pt x="2035" y="1808"/>
                  </a:lnTo>
                  <a:lnTo>
                    <a:pt x="2035" y="1719"/>
                  </a:lnTo>
                  <a:lnTo>
                    <a:pt x="2035" y="1719"/>
                  </a:lnTo>
                  <a:lnTo>
                    <a:pt x="2039" y="1714"/>
                  </a:lnTo>
                  <a:lnTo>
                    <a:pt x="2043" y="1710"/>
                  </a:lnTo>
                  <a:lnTo>
                    <a:pt x="2047" y="1705"/>
                  </a:lnTo>
                  <a:lnTo>
                    <a:pt x="2052" y="1702"/>
                  </a:lnTo>
                  <a:lnTo>
                    <a:pt x="2057" y="1700"/>
                  </a:lnTo>
                  <a:lnTo>
                    <a:pt x="2063" y="1698"/>
                  </a:lnTo>
                  <a:lnTo>
                    <a:pt x="2069" y="1696"/>
                  </a:lnTo>
                  <a:lnTo>
                    <a:pt x="2074" y="1696"/>
                  </a:lnTo>
                  <a:lnTo>
                    <a:pt x="2074" y="1696"/>
                  </a:lnTo>
                  <a:lnTo>
                    <a:pt x="1455" y="1666"/>
                  </a:lnTo>
                  <a:lnTo>
                    <a:pt x="1451" y="1662"/>
                  </a:lnTo>
                  <a:lnTo>
                    <a:pt x="1445" y="1658"/>
                  </a:lnTo>
                  <a:lnTo>
                    <a:pt x="1438" y="1654"/>
                  </a:lnTo>
                  <a:lnTo>
                    <a:pt x="1433" y="1651"/>
                  </a:lnTo>
                  <a:lnTo>
                    <a:pt x="1426" y="1649"/>
                  </a:lnTo>
                  <a:lnTo>
                    <a:pt x="1419" y="1646"/>
                  </a:lnTo>
                  <a:lnTo>
                    <a:pt x="1413" y="1646"/>
                  </a:lnTo>
                  <a:lnTo>
                    <a:pt x="1406" y="1645"/>
                  </a:lnTo>
                  <a:lnTo>
                    <a:pt x="1406" y="1645"/>
                  </a:lnTo>
                  <a:lnTo>
                    <a:pt x="1396" y="1646"/>
                  </a:lnTo>
                  <a:lnTo>
                    <a:pt x="1386" y="1648"/>
                  </a:lnTo>
                  <a:lnTo>
                    <a:pt x="1377" y="1650"/>
                  </a:lnTo>
                  <a:lnTo>
                    <a:pt x="1369" y="1653"/>
                  </a:lnTo>
                  <a:lnTo>
                    <a:pt x="1362" y="1658"/>
                  </a:lnTo>
                  <a:lnTo>
                    <a:pt x="1354" y="1663"/>
                  </a:lnTo>
                  <a:lnTo>
                    <a:pt x="1347" y="1670"/>
                  </a:lnTo>
                  <a:lnTo>
                    <a:pt x="1342" y="1676"/>
                  </a:lnTo>
                  <a:lnTo>
                    <a:pt x="1336" y="1684"/>
                  </a:lnTo>
                  <a:lnTo>
                    <a:pt x="1332" y="1693"/>
                  </a:lnTo>
                  <a:lnTo>
                    <a:pt x="1327" y="1702"/>
                  </a:lnTo>
                  <a:lnTo>
                    <a:pt x="1324" y="1712"/>
                  </a:lnTo>
                  <a:lnTo>
                    <a:pt x="1322" y="1723"/>
                  </a:lnTo>
                  <a:lnTo>
                    <a:pt x="1319" y="1735"/>
                  </a:lnTo>
                  <a:lnTo>
                    <a:pt x="1318" y="1748"/>
                  </a:lnTo>
                  <a:lnTo>
                    <a:pt x="1318" y="1760"/>
                  </a:lnTo>
                  <a:lnTo>
                    <a:pt x="1318" y="1760"/>
                  </a:lnTo>
                  <a:lnTo>
                    <a:pt x="1318" y="1774"/>
                  </a:lnTo>
                  <a:lnTo>
                    <a:pt x="1319" y="1787"/>
                  </a:lnTo>
                  <a:lnTo>
                    <a:pt x="1322" y="1799"/>
                  </a:lnTo>
                  <a:lnTo>
                    <a:pt x="1324" y="1810"/>
                  </a:lnTo>
                  <a:lnTo>
                    <a:pt x="1327" y="1821"/>
                  </a:lnTo>
                  <a:lnTo>
                    <a:pt x="1330" y="1831"/>
                  </a:lnTo>
                  <a:lnTo>
                    <a:pt x="1336" y="1840"/>
                  </a:lnTo>
                  <a:lnTo>
                    <a:pt x="1340" y="1848"/>
                  </a:lnTo>
                  <a:lnTo>
                    <a:pt x="1347" y="1856"/>
                  </a:lnTo>
                  <a:lnTo>
                    <a:pt x="1353" y="1861"/>
                  </a:lnTo>
                  <a:lnTo>
                    <a:pt x="1360" y="1867"/>
                  </a:lnTo>
                  <a:lnTo>
                    <a:pt x="1368" y="1871"/>
                  </a:lnTo>
                  <a:lnTo>
                    <a:pt x="1376" y="1874"/>
                  </a:lnTo>
                  <a:lnTo>
                    <a:pt x="1385" y="1878"/>
                  </a:lnTo>
                  <a:lnTo>
                    <a:pt x="1395" y="1879"/>
                  </a:lnTo>
                  <a:lnTo>
                    <a:pt x="1405" y="1879"/>
                  </a:lnTo>
                  <a:lnTo>
                    <a:pt x="1405" y="1879"/>
                  </a:lnTo>
                  <a:lnTo>
                    <a:pt x="1412" y="1879"/>
                  </a:lnTo>
                  <a:lnTo>
                    <a:pt x="1418" y="1878"/>
                  </a:lnTo>
                  <a:lnTo>
                    <a:pt x="1425" y="1877"/>
                  </a:lnTo>
                  <a:lnTo>
                    <a:pt x="1432" y="1874"/>
                  </a:lnTo>
                  <a:lnTo>
                    <a:pt x="1438" y="1871"/>
                  </a:lnTo>
                  <a:lnTo>
                    <a:pt x="1444" y="1867"/>
                  </a:lnTo>
                  <a:lnTo>
                    <a:pt x="1449" y="1863"/>
                  </a:lnTo>
                  <a:lnTo>
                    <a:pt x="1455" y="1858"/>
                  </a:lnTo>
                  <a:lnTo>
                    <a:pt x="1455" y="1863"/>
                  </a:lnTo>
                  <a:lnTo>
                    <a:pt x="1455" y="1863"/>
                  </a:lnTo>
                  <a:lnTo>
                    <a:pt x="1455" y="1872"/>
                  </a:lnTo>
                  <a:lnTo>
                    <a:pt x="1454" y="1882"/>
                  </a:lnTo>
                  <a:lnTo>
                    <a:pt x="1452" y="1892"/>
                  </a:lnTo>
                  <a:lnTo>
                    <a:pt x="1449" y="1897"/>
                  </a:lnTo>
                  <a:lnTo>
                    <a:pt x="1446" y="1901"/>
                  </a:lnTo>
                  <a:lnTo>
                    <a:pt x="1443" y="1906"/>
                  </a:lnTo>
                  <a:lnTo>
                    <a:pt x="1438" y="1910"/>
                  </a:lnTo>
                  <a:lnTo>
                    <a:pt x="1432" y="1913"/>
                  </a:lnTo>
                  <a:lnTo>
                    <a:pt x="1425" y="1916"/>
                  </a:lnTo>
                  <a:lnTo>
                    <a:pt x="1417" y="1919"/>
                  </a:lnTo>
                  <a:lnTo>
                    <a:pt x="1407" y="1920"/>
                  </a:lnTo>
                  <a:lnTo>
                    <a:pt x="1396" y="1922"/>
                  </a:lnTo>
                  <a:lnTo>
                    <a:pt x="1384" y="1922"/>
                  </a:lnTo>
                  <a:lnTo>
                    <a:pt x="1382" y="1922"/>
                  </a:lnTo>
                  <a:lnTo>
                    <a:pt x="1401" y="1966"/>
                  </a:lnTo>
                  <a:lnTo>
                    <a:pt x="1402" y="1966"/>
                  </a:lnTo>
                  <a:lnTo>
                    <a:pt x="1402" y="1966"/>
                  </a:lnTo>
                  <a:lnTo>
                    <a:pt x="1415" y="1966"/>
                  </a:lnTo>
                  <a:lnTo>
                    <a:pt x="1427" y="1963"/>
                  </a:lnTo>
                  <a:lnTo>
                    <a:pt x="1439" y="1961"/>
                  </a:lnTo>
                  <a:lnTo>
                    <a:pt x="1449" y="1958"/>
                  </a:lnTo>
                  <a:lnTo>
                    <a:pt x="1459" y="1954"/>
                  </a:lnTo>
                  <a:lnTo>
                    <a:pt x="1468" y="1950"/>
                  </a:lnTo>
                  <a:lnTo>
                    <a:pt x="1476" y="1943"/>
                  </a:lnTo>
                  <a:lnTo>
                    <a:pt x="1484" y="1938"/>
                  </a:lnTo>
                  <a:lnTo>
                    <a:pt x="1491" y="1930"/>
                  </a:lnTo>
                  <a:lnTo>
                    <a:pt x="1495" y="1921"/>
                  </a:lnTo>
                  <a:lnTo>
                    <a:pt x="1501" y="1912"/>
                  </a:lnTo>
                  <a:lnTo>
                    <a:pt x="1504" y="1902"/>
                  </a:lnTo>
                  <a:lnTo>
                    <a:pt x="1507" y="1891"/>
                  </a:lnTo>
                  <a:lnTo>
                    <a:pt x="1509" y="1880"/>
                  </a:lnTo>
                  <a:lnTo>
                    <a:pt x="1511" y="1868"/>
                  </a:lnTo>
                  <a:lnTo>
                    <a:pt x="1511" y="1853"/>
                  </a:lnTo>
                  <a:lnTo>
                    <a:pt x="1511" y="1651"/>
                  </a:lnTo>
                  <a:lnTo>
                    <a:pt x="1455" y="1651"/>
                  </a:lnTo>
                  <a:lnTo>
                    <a:pt x="1455" y="1666"/>
                  </a:lnTo>
                  <a:lnTo>
                    <a:pt x="1455" y="1807"/>
                  </a:lnTo>
                  <a:lnTo>
                    <a:pt x="1455" y="1807"/>
                  </a:lnTo>
                  <a:lnTo>
                    <a:pt x="1448" y="1814"/>
                  </a:lnTo>
                  <a:lnTo>
                    <a:pt x="1439" y="1822"/>
                  </a:lnTo>
                  <a:lnTo>
                    <a:pt x="1435" y="1824"/>
                  </a:lnTo>
                  <a:lnTo>
                    <a:pt x="1429" y="1827"/>
                  </a:lnTo>
                  <a:lnTo>
                    <a:pt x="1423" y="1828"/>
                  </a:lnTo>
                  <a:lnTo>
                    <a:pt x="1416" y="1829"/>
                  </a:lnTo>
                  <a:lnTo>
                    <a:pt x="1416" y="1829"/>
                  </a:lnTo>
                  <a:lnTo>
                    <a:pt x="1408" y="1828"/>
                  </a:lnTo>
                  <a:lnTo>
                    <a:pt x="1402" y="1825"/>
                  </a:lnTo>
                  <a:lnTo>
                    <a:pt x="1394" y="1821"/>
                  </a:lnTo>
                  <a:lnTo>
                    <a:pt x="1388" y="1815"/>
                  </a:lnTo>
                  <a:lnTo>
                    <a:pt x="1383" y="1807"/>
                  </a:lnTo>
                  <a:lnTo>
                    <a:pt x="1378" y="1794"/>
                  </a:lnTo>
                  <a:lnTo>
                    <a:pt x="1375" y="1779"/>
                  </a:lnTo>
                  <a:lnTo>
                    <a:pt x="1374" y="1759"/>
                  </a:lnTo>
                  <a:lnTo>
                    <a:pt x="1374" y="1759"/>
                  </a:lnTo>
                  <a:lnTo>
                    <a:pt x="1375" y="1741"/>
                  </a:lnTo>
                  <a:lnTo>
                    <a:pt x="1378" y="1728"/>
                  </a:lnTo>
                  <a:lnTo>
                    <a:pt x="1383" y="1717"/>
                  </a:lnTo>
                  <a:lnTo>
                    <a:pt x="1388" y="1709"/>
                  </a:lnTo>
                  <a:lnTo>
                    <a:pt x="1394" y="1702"/>
                  </a:lnTo>
                  <a:lnTo>
                    <a:pt x="1402" y="1699"/>
                  </a:lnTo>
                  <a:lnTo>
                    <a:pt x="1408" y="1696"/>
                  </a:lnTo>
                  <a:lnTo>
                    <a:pt x="1416" y="1696"/>
                  </a:lnTo>
                  <a:lnTo>
                    <a:pt x="1416" y="1696"/>
                  </a:lnTo>
                  <a:lnTo>
                    <a:pt x="1423" y="1696"/>
                  </a:lnTo>
                  <a:lnTo>
                    <a:pt x="1429" y="1699"/>
                  </a:lnTo>
                  <a:lnTo>
                    <a:pt x="1436" y="1701"/>
                  </a:lnTo>
                  <a:lnTo>
                    <a:pt x="1441" y="1703"/>
                  </a:lnTo>
                  <a:lnTo>
                    <a:pt x="1445" y="1708"/>
                  </a:lnTo>
                  <a:lnTo>
                    <a:pt x="1449" y="1711"/>
                  </a:lnTo>
                  <a:lnTo>
                    <a:pt x="1455" y="1719"/>
                  </a:lnTo>
                  <a:lnTo>
                    <a:pt x="1455" y="1719"/>
                  </a:lnTo>
                  <a:lnTo>
                    <a:pt x="1683" y="1705"/>
                  </a:lnTo>
                  <a:lnTo>
                    <a:pt x="1696" y="1699"/>
                  </a:lnTo>
                  <a:lnTo>
                    <a:pt x="1709" y="1694"/>
                  </a:lnTo>
                  <a:lnTo>
                    <a:pt x="1724" y="1691"/>
                  </a:lnTo>
                  <a:lnTo>
                    <a:pt x="1740" y="1690"/>
                  </a:lnTo>
                  <a:lnTo>
                    <a:pt x="1740" y="1690"/>
                  </a:lnTo>
                  <a:lnTo>
                    <a:pt x="1750" y="1691"/>
                  </a:lnTo>
                  <a:lnTo>
                    <a:pt x="1757" y="1692"/>
                  </a:lnTo>
                  <a:lnTo>
                    <a:pt x="1764" y="1694"/>
                  </a:lnTo>
                  <a:lnTo>
                    <a:pt x="1770" y="1699"/>
                  </a:lnTo>
                  <a:lnTo>
                    <a:pt x="1774" y="1703"/>
                  </a:lnTo>
                  <a:lnTo>
                    <a:pt x="1777" y="1709"/>
                  </a:lnTo>
                  <a:lnTo>
                    <a:pt x="1780" y="1714"/>
                  </a:lnTo>
                  <a:lnTo>
                    <a:pt x="1780" y="1722"/>
                  </a:lnTo>
                  <a:lnTo>
                    <a:pt x="1780" y="1738"/>
                  </a:lnTo>
                  <a:lnTo>
                    <a:pt x="1780" y="1738"/>
                  </a:lnTo>
                  <a:lnTo>
                    <a:pt x="1770" y="1733"/>
                  </a:lnTo>
                  <a:lnTo>
                    <a:pt x="1757" y="1730"/>
                  </a:lnTo>
                  <a:lnTo>
                    <a:pt x="1745" y="1728"/>
                  </a:lnTo>
                  <a:lnTo>
                    <a:pt x="1732" y="1727"/>
                  </a:lnTo>
                  <a:lnTo>
                    <a:pt x="1732" y="1727"/>
                  </a:lnTo>
                  <a:lnTo>
                    <a:pt x="1716" y="1728"/>
                  </a:lnTo>
                  <a:lnTo>
                    <a:pt x="1701" y="1731"/>
                  </a:lnTo>
                  <a:lnTo>
                    <a:pt x="1686" y="1735"/>
                  </a:lnTo>
                  <a:lnTo>
                    <a:pt x="1678" y="1739"/>
                  </a:lnTo>
                  <a:lnTo>
                    <a:pt x="1672" y="1743"/>
                  </a:lnTo>
                  <a:lnTo>
                    <a:pt x="1666" y="1748"/>
                  </a:lnTo>
                  <a:lnTo>
                    <a:pt x="1661" y="1753"/>
                  </a:lnTo>
                  <a:lnTo>
                    <a:pt x="1655" y="1759"/>
                  </a:lnTo>
                  <a:lnTo>
                    <a:pt x="1651" y="1765"/>
                  </a:lnTo>
                  <a:lnTo>
                    <a:pt x="1647" y="1773"/>
                  </a:lnTo>
                  <a:lnTo>
                    <a:pt x="1645" y="1782"/>
                  </a:lnTo>
                  <a:lnTo>
                    <a:pt x="1644" y="1791"/>
                  </a:lnTo>
                  <a:lnTo>
                    <a:pt x="1643" y="1800"/>
                  </a:lnTo>
                  <a:lnTo>
                    <a:pt x="1643" y="1800"/>
                  </a:lnTo>
                  <a:lnTo>
                    <a:pt x="1644" y="1811"/>
                  </a:lnTo>
                  <a:lnTo>
                    <a:pt x="1645" y="1821"/>
                  </a:lnTo>
                  <a:lnTo>
                    <a:pt x="1647" y="1829"/>
                  </a:lnTo>
                  <a:lnTo>
                    <a:pt x="1651" y="1838"/>
                  </a:lnTo>
                  <a:lnTo>
                    <a:pt x="1654" y="1844"/>
                  </a:lnTo>
                  <a:lnTo>
                    <a:pt x="1659" y="1851"/>
                  </a:lnTo>
                  <a:lnTo>
                    <a:pt x="1664" y="1857"/>
                  </a:lnTo>
                  <a:lnTo>
                    <a:pt x="1671" y="1862"/>
                  </a:lnTo>
                  <a:lnTo>
                    <a:pt x="1676" y="1867"/>
                  </a:lnTo>
                  <a:lnTo>
                    <a:pt x="1683" y="1870"/>
                  </a:lnTo>
                  <a:lnTo>
                    <a:pt x="1697" y="1876"/>
                  </a:lnTo>
                  <a:lnTo>
                    <a:pt x="1712" y="1879"/>
                  </a:lnTo>
                  <a:lnTo>
                    <a:pt x="1726" y="1880"/>
                  </a:lnTo>
                  <a:lnTo>
                    <a:pt x="1726" y="1880"/>
                  </a:lnTo>
                  <a:lnTo>
                    <a:pt x="1738" y="1878"/>
                  </a:lnTo>
                  <a:lnTo>
                    <a:pt x="1746" y="1877"/>
                  </a:lnTo>
                  <a:lnTo>
                    <a:pt x="1753" y="1874"/>
                  </a:lnTo>
                  <a:lnTo>
                    <a:pt x="1761" y="1871"/>
                  </a:lnTo>
                  <a:lnTo>
                    <a:pt x="1767" y="1867"/>
                  </a:lnTo>
                  <a:lnTo>
                    <a:pt x="1774" y="1862"/>
                  </a:lnTo>
                  <a:lnTo>
                    <a:pt x="1780" y="1857"/>
                  </a:lnTo>
                  <a:lnTo>
                    <a:pt x="1780" y="1874"/>
                  </a:lnTo>
                  <a:lnTo>
                    <a:pt x="1835" y="1874"/>
                  </a:lnTo>
                  <a:lnTo>
                    <a:pt x="1835" y="1723"/>
                  </a:lnTo>
                  <a:lnTo>
                    <a:pt x="1835" y="1723"/>
                  </a:lnTo>
                  <a:lnTo>
                    <a:pt x="1835" y="1714"/>
                  </a:lnTo>
                  <a:lnTo>
                    <a:pt x="1834" y="1707"/>
                  </a:lnTo>
                  <a:lnTo>
                    <a:pt x="1832" y="1699"/>
                  </a:lnTo>
                  <a:lnTo>
                    <a:pt x="1830" y="1691"/>
                  </a:lnTo>
                  <a:lnTo>
                    <a:pt x="1825" y="1684"/>
                  </a:lnTo>
                  <a:lnTo>
                    <a:pt x="1822" y="1678"/>
                  </a:lnTo>
                  <a:lnTo>
                    <a:pt x="1816" y="1672"/>
                  </a:lnTo>
                  <a:lnTo>
                    <a:pt x="1811" y="1666"/>
                  </a:lnTo>
                  <a:lnTo>
                    <a:pt x="1805" y="1662"/>
                  </a:lnTo>
                  <a:lnTo>
                    <a:pt x="1798" y="1658"/>
                  </a:lnTo>
                  <a:lnTo>
                    <a:pt x="1791" y="1654"/>
                  </a:lnTo>
                  <a:lnTo>
                    <a:pt x="1783" y="1651"/>
                  </a:lnTo>
                  <a:lnTo>
                    <a:pt x="1774" y="1649"/>
                  </a:lnTo>
                  <a:lnTo>
                    <a:pt x="1765" y="1648"/>
                  </a:lnTo>
                  <a:lnTo>
                    <a:pt x="1755" y="1646"/>
                  </a:lnTo>
                  <a:lnTo>
                    <a:pt x="1745" y="1645"/>
                  </a:lnTo>
                  <a:lnTo>
                    <a:pt x="1745" y="1645"/>
                  </a:lnTo>
                  <a:lnTo>
                    <a:pt x="1733" y="1646"/>
                  </a:lnTo>
                  <a:lnTo>
                    <a:pt x="1723" y="1646"/>
                  </a:lnTo>
                  <a:lnTo>
                    <a:pt x="1712" y="1649"/>
                  </a:lnTo>
                  <a:lnTo>
                    <a:pt x="1701" y="1651"/>
                  </a:lnTo>
                  <a:lnTo>
                    <a:pt x="1691" y="1654"/>
                  </a:lnTo>
                  <a:lnTo>
                    <a:pt x="1681" y="1658"/>
                  </a:lnTo>
                  <a:lnTo>
                    <a:pt x="1671" y="1662"/>
                  </a:lnTo>
                  <a:lnTo>
                    <a:pt x="1661" y="1668"/>
                  </a:lnTo>
                  <a:lnTo>
                    <a:pt x="1683" y="1705"/>
                  </a:lnTo>
                  <a:lnTo>
                    <a:pt x="1698" y="1800"/>
                  </a:lnTo>
                  <a:lnTo>
                    <a:pt x="1698" y="1793"/>
                  </a:lnTo>
                  <a:lnTo>
                    <a:pt x="1701" y="1787"/>
                  </a:lnTo>
                  <a:lnTo>
                    <a:pt x="1704" y="1781"/>
                  </a:lnTo>
                  <a:lnTo>
                    <a:pt x="1708" y="1777"/>
                  </a:lnTo>
                  <a:lnTo>
                    <a:pt x="1714" y="1773"/>
                  </a:lnTo>
                  <a:lnTo>
                    <a:pt x="1721" y="1771"/>
                  </a:lnTo>
                  <a:lnTo>
                    <a:pt x="1728" y="1769"/>
                  </a:lnTo>
                  <a:lnTo>
                    <a:pt x="1736" y="1769"/>
                  </a:lnTo>
                  <a:lnTo>
                    <a:pt x="1736" y="1769"/>
                  </a:lnTo>
                  <a:lnTo>
                    <a:pt x="1748" y="1769"/>
                  </a:lnTo>
                  <a:lnTo>
                    <a:pt x="1760" y="1771"/>
                  </a:lnTo>
                  <a:lnTo>
                    <a:pt x="1770" y="1774"/>
                  </a:lnTo>
                  <a:lnTo>
                    <a:pt x="1780" y="1780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77" y="1814"/>
                  </a:lnTo>
                  <a:lnTo>
                    <a:pt x="1773" y="1819"/>
                  </a:lnTo>
                  <a:lnTo>
                    <a:pt x="1768" y="1823"/>
                  </a:lnTo>
                  <a:lnTo>
                    <a:pt x="1763" y="1827"/>
                  </a:lnTo>
                  <a:lnTo>
                    <a:pt x="1757" y="1830"/>
                  </a:lnTo>
                  <a:lnTo>
                    <a:pt x="1751" y="1832"/>
                  </a:lnTo>
                  <a:lnTo>
                    <a:pt x="1744" y="1833"/>
                  </a:lnTo>
                  <a:lnTo>
                    <a:pt x="1736" y="1834"/>
                  </a:lnTo>
                  <a:lnTo>
                    <a:pt x="1736" y="1834"/>
                  </a:lnTo>
                  <a:lnTo>
                    <a:pt x="1728" y="1833"/>
                  </a:lnTo>
                  <a:lnTo>
                    <a:pt x="1721" y="1831"/>
                  </a:lnTo>
                  <a:lnTo>
                    <a:pt x="1714" y="1829"/>
                  </a:lnTo>
                  <a:lnTo>
                    <a:pt x="1708" y="1824"/>
                  </a:lnTo>
                  <a:lnTo>
                    <a:pt x="1704" y="1820"/>
                  </a:lnTo>
                  <a:lnTo>
                    <a:pt x="1701" y="1814"/>
                  </a:lnTo>
                  <a:lnTo>
                    <a:pt x="1699" y="1808"/>
                  </a:lnTo>
                  <a:lnTo>
                    <a:pt x="1698" y="1800"/>
                  </a:lnTo>
                  <a:lnTo>
                    <a:pt x="1698" y="1800"/>
                  </a:lnTo>
                  <a:lnTo>
                    <a:pt x="2350" y="1810"/>
                  </a:lnTo>
                  <a:lnTo>
                    <a:pt x="2342" y="1817"/>
                  </a:lnTo>
                  <a:lnTo>
                    <a:pt x="2332" y="1822"/>
                  </a:lnTo>
                  <a:lnTo>
                    <a:pt x="2326" y="1824"/>
                  </a:lnTo>
                  <a:lnTo>
                    <a:pt x="2320" y="1827"/>
                  </a:lnTo>
                  <a:lnTo>
                    <a:pt x="2313" y="1828"/>
                  </a:lnTo>
                  <a:lnTo>
                    <a:pt x="2306" y="1829"/>
                  </a:lnTo>
                  <a:lnTo>
                    <a:pt x="2306" y="1829"/>
                  </a:lnTo>
                  <a:lnTo>
                    <a:pt x="2301" y="1828"/>
                  </a:lnTo>
                  <a:lnTo>
                    <a:pt x="2294" y="1828"/>
                  </a:lnTo>
                  <a:lnTo>
                    <a:pt x="2286" y="1825"/>
                  </a:lnTo>
                  <a:lnTo>
                    <a:pt x="2277" y="1821"/>
                  </a:lnTo>
                  <a:lnTo>
                    <a:pt x="2270" y="1815"/>
                  </a:lnTo>
                  <a:lnTo>
                    <a:pt x="2266" y="1811"/>
                  </a:lnTo>
                  <a:lnTo>
                    <a:pt x="2263" y="1807"/>
                  </a:lnTo>
                  <a:lnTo>
                    <a:pt x="2261" y="1801"/>
                  </a:lnTo>
                  <a:lnTo>
                    <a:pt x="2259" y="1794"/>
                  </a:lnTo>
                  <a:lnTo>
                    <a:pt x="2257" y="1788"/>
                  </a:lnTo>
                  <a:lnTo>
                    <a:pt x="2256" y="1780"/>
                  </a:lnTo>
                  <a:lnTo>
                    <a:pt x="2393" y="1780"/>
                  </a:lnTo>
                  <a:lnTo>
                    <a:pt x="2393" y="1780"/>
                  </a:lnTo>
                  <a:lnTo>
                    <a:pt x="2394" y="1763"/>
                  </a:lnTo>
                  <a:lnTo>
                    <a:pt x="2394" y="1763"/>
                  </a:lnTo>
                  <a:lnTo>
                    <a:pt x="2394" y="1750"/>
                  </a:lnTo>
                  <a:lnTo>
                    <a:pt x="2392" y="1738"/>
                  </a:lnTo>
                  <a:lnTo>
                    <a:pt x="2391" y="1725"/>
                  </a:lnTo>
                  <a:lnTo>
                    <a:pt x="2388" y="1714"/>
                  </a:lnTo>
                  <a:lnTo>
                    <a:pt x="2384" y="1704"/>
                  </a:lnTo>
                  <a:lnTo>
                    <a:pt x="2380" y="1694"/>
                  </a:lnTo>
                  <a:lnTo>
                    <a:pt x="2374" y="1685"/>
                  </a:lnTo>
                  <a:lnTo>
                    <a:pt x="2369" y="1678"/>
                  </a:lnTo>
                  <a:lnTo>
                    <a:pt x="2362" y="1670"/>
                  </a:lnTo>
                  <a:lnTo>
                    <a:pt x="2355" y="1664"/>
                  </a:lnTo>
                  <a:lnTo>
                    <a:pt x="2348" y="1659"/>
                  </a:lnTo>
                  <a:lnTo>
                    <a:pt x="2339" y="1654"/>
                  </a:lnTo>
                  <a:lnTo>
                    <a:pt x="2330" y="1651"/>
                  </a:lnTo>
                  <a:lnTo>
                    <a:pt x="2321" y="1648"/>
                  </a:lnTo>
                  <a:lnTo>
                    <a:pt x="2311" y="1646"/>
                  </a:lnTo>
                  <a:lnTo>
                    <a:pt x="2300" y="1645"/>
                  </a:lnTo>
                  <a:lnTo>
                    <a:pt x="2300" y="1645"/>
                  </a:lnTo>
                  <a:lnTo>
                    <a:pt x="2290" y="1646"/>
                  </a:lnTo>
                  <a:lnTo>
                    <a:pt x="2280" y="1648"/>
                  </a:lnTo>
                  <a:lnTo>
                    <a:pt x="2270" y="1651"/>
                  </a:lnTo>
                  <a:lnTo>
                    <a:pt x="2260" y="1654"/>
                  </a:lnTo>
                  <a:lnTo>
                    <a:pt x="2251" y="1659"/>
                  </a:lnTo>
                  <a:lnTo>
                    <a:pt x="2243" y="1665"/>
                  </a:lnTo>
                  <a:lnTo>
                    <a:pt x="2235" y="1671"/>
                  </a:lnTo>
                  <a:lnTo>
                    <a:pt x="2229" y="1679"/>
                  </a:lnTo>
                  <a:lnTo>
                    <a:pt x="2222" y="1686"/>
                  </a:lnTo>
                  <a:lnTo>
                    <a:pt x="2216" y="1695"/>
                  </a:lnTo>
                  <a:lnTo>
                    <a:pt x="2212" y="1705"/>
                  </a:lnTo>
                  <a:lnTo>
                    <a:pt x="2207" y="1715"/>
                  </a:lnTo>
                  <a:lnTo>
                    <a:pt x="2204" y="1727"/>
                  </a:lnTo>
                  <a:lnTo>
                    <a:pt x="2202" y="1739"/>
                  </a:lnTo>
                  <a:lnTo>
                    <a:pt x="2201" y="1750"/>
                  </a:lnTo>
                  <a:lnTo>
                    <a:pt x="2200" y="1763"/>
                  </a:lnTo>
                  <a:lnTo>
                    <a:pt x="2200" y="1763"/>
                  </a:lnTo>
                  <a:lnTo>
                    <a:pt x="2201" y="1775"/>
                  </a:lnTo>
                  <a:lnTo>
                    <a:pt x="2202" y="1788"/>
                  </a:lnTo>
                  <a:lnTo>
                    <a:pt x="2204" y="1800"/>
                  </a:lnTo>
                  <a:lnTo>
                    <a:pt x="2207" y="1811"/>
                  </a:lnTo>
                  <a:lnTo>
                    <a:pt x="2212" y="1821"/>
                  </a:lnTo>
                  <a:lnTo>
                    <a:pt x="2216" y="1831"/>
                  </a:lnTo>
                  <a:lnTo>
                    <a:pt x="2222" y="1840"/>
                  </a:lnTo>
                  <a:lnTo>
                    <a:pt x="2229" y="1848"/>
                  </a:lnTo>
                  <a:lnTo>
                    <a:pt x="2236" y="1854"/>
                  </a:lnTo>
                  <a:lnTo>
                    <a:pt x="2244" y="1861"/>
                  </a:lnTo>
                  <a:lnTo>
                    <a:pt x="2253" y="1867"/>
                  </a:lnTo>
                  <a:lnTo>
                    <a:pt x="2262" y="1871"/>
                  </a:lnTo>
                  <a:lnTo>
                    <a:pt x="2272" y="1874"/>
                  </a:lnTo>
                  <a:lnTo>
                    <a:pt x="2283" y="1878"/>
                  </a:lnTo>
                  <a:lnTo>
                    <a:pt x="2294" y="1879"/>
                  </a:lnTo>
                  <a:lnTo>
                    <a:pt x="2306" y="1880"/>
                  </a:lnTo>
                  <a:lnTo>
                    <a:pt x="2306" y="1880"/>
                  </a:lnTo>
                  <a:lnTo>
                    <a:pt x="2317" y="1879"/>
                  </a:lnTo>
                  <a:lnTo>
                    <a:pt x="2327" y="1878"/>
                  </a:lnTo>
                  <a:lnTo>
                    <a:pt x="2339" y="1874"/>
                  </a:lnTo>
                  <a:lnTo>
                    <a:pt x="2349" y="1871"/>
                  </a:lnTo>
                  <a:lnTo>
                    <a:pt x="2359" y="1866"/>
                  </a:lnTo>
                  <a:lnTo>
                    <a:pt x="2368" y="1860"/>
                  </a:lnTo>
                  <a:lnTo>
                    <a:pt x="2376" y="1852"/>
                  </a:lnTo>
                  <a:lnTo>
                    <a:pt x="2385" y="1844"/>
                  </a:lnTo>
                  <a:lnTo>
                    <a:pt x="2350" y="1810"/>
                  </a:lnTo>
                  <a:lnTo>
                    <a:pt x="2257" y="1739"/>
                  </a:lnTo>
                  <a:lnTo>
                    <a:pt x="2259" y="1729"/>
                  </a:lnTo>
                  <a:lnTo>
                    <a:pt x="2261" y="1720"/>
                  </a:lnTo>
                  <a:lnTo>
                    <a:pt x="2264" y="1712"/>
                  </a:lnTo>
                  <a:lnTo>
                    <a:pt x="2270" y="1705"/>
                  </a:lnTo>
                  <a:lnTo>
                    <a:pt x="2275" y="1700"/>
                  </a:lnTo>
                  <a:lnTo>
                    <a:pt x="2282" y="1696"/>
                  </a:lnTo>
                  <a:lnTo>
                    <a:pt x="2290" y="1693"/>
                  </a:lnTo>
                  <a:lnTo>
                    <a:pt x="2299" y="1693"/>
                  </a:lnTo>
                  <a:lnTo>
                    <a:pt x="2299" y="1693"/>
                  </a:lnTo>
                  <a:lnTo>
                    <a:pt x="2309" y="1694"/>
                  </a:lnTo>
                  <a:lnTo>
                    <a:pt x="2317" y="1696"/>
                  </a:lnTo>
                  <a:lnTo>
                    <a:pt x="2324" y="1701"/>
                  </a:lnTo>
                  <a:lnTo>
                    <a:pt x="2330" y="1708"/>
                  </a:lnTo>
                  <a:lnTo>
                    <a:pt x="2334" y="1714"/>
                  </a:lnTo>
                  <a:lnTo>
                    <a:pt x="2338" y="1722"/>
                  </a:lnTo>
                  <a:lnTo>
                    <a:pt x="2340" y="1731"/>
                  </a:lnTo>
                  <a:lnTo>
                    <a:pt x="2341" y="1739"/>
                  </a:lnTo>
                  <a:lnTo>
                    <a:pt x="2257" y="1739"/>
                  </a:lnTo>
                  <a:lnTo>
                    <a:pt x="2884" y="1810"/>
                  </a:lnTo>
                  <a:lnTo>
                    <a:pt x="2875" y="1817"/>
                  </a:lnTo>
                  <a:lnTo>
                    <a:pt x="2867" y="1822"/>
                  </a:lnTo>
                  <a:lnTo>
                    <a:pt x="2860" y="1824"/>
                  </a:lnTo>
                  <a:lnTo>
                    <a:pt x="2854" y="1827"/>
                  </a:lnTo>
                  <a:lnTo>
                    <a:pt x="2848" y="1828"/>
                  </a:lnTo>
                  <a:lnTo>
                    <a:pt x="2840" y="1829"/>
                  </a:lnTo>
                  <a:lnTo>
                    <a:pt x="2840" y="1829"/>
                  </a:lnTo>
                  <a:lnTo>
                    <a:pt x="2834" y="1828"/>
                  </a:lnTo>
                  <a:lnTo>
                    <a:pt x="2828" y="1828"/>
                  </a:lnTo>
                  <a:lnTo>
                    <a:pt x="2820" y="1825"/>
                  </a:lnTo>
                  <a:lnTo>
                    <a:pt x="2812" y="1821"/>
                  </a:lnTo>
                  <a:lnTo>
                    <a:pt x="2804" y="1815"/>
                  </a:lnTo>
                  <a:lnTo>
                    <a:pt x="2801" y="1811"/>
                  </a:lnTo>
                  <a:lnTo>
                    <a:pt x="2798" y="1807"/>
                  </a:lnTo>
                  <a:lnTo>
                    <a:pt x="2795" y="1801"/>
                  </a:lnTo>
                  <a:lnTo>
                    <a:pt x="2793" y="1794"/>
                  </a:lnTo>
                  <a:lnTo>
                    <a:pt x="2791" y="1788"/>
                  </a:lnTo>
                  <a:lnTo>
                    <a:pt x="2790" y="1780"/>
                  </a:lnTo>
                  <a:lnTo>
                    <a:pt x="2928" y="1780"/>
                  </a:lnTo>
                  <a:lnTo>
                    <a:pt x="2928" y="1780"/>
                  </a:lnTo>
                  <a:lnTo>
                    <a:pt x="2929" y="1763"/>
                  </a:lnTo>
                  <a:lnTo>
                    <a:pt x="2929" y="1763"/>
                  </a:lnTo>
                  <a:lnTo>
                    <a:pt x="2928" y="1750"/>
                  </a:lnTo>
                  <a:lnTo>
                    <a:pt x="2927" y="1738"/>
                  </a:lnTo>
                  <a:lnTo>
                    <a:pt x="2924" y="1725"/>
                  </a:lnTo>
                  <a:lnTo>
                    <a:pt x="2922" y="1714"/>
                  </a:lnTo>
                  <a:lnTo>
                    <a:pt x="2918" y="1704"/>
                  </a:lnTo>
                  <a:lnTo>
                    <a:pt x="2913" y="1694"/>
                  </a:lnTo>
                  <a:lnTo>
                    <a:pt x="2909" y="1685"/>
                  </a:lnTo>
                  <a:lnTo>
                    <a:pt x="2903" y="1678"/>
                  </a:lnTo>
                  <a:lnTo>
                    <a:pt x="2897" y="1670"/>
                  </a:lnTo>
                  <a:lnTo>
                    <a:pt x="2889" y="1664"/>
                  </a:lnTo>
                  <a:lnTo>
                    <a:pt x="2881" y="1659"/>
                  </a:lnTo>
                  <a:lnTo>
                    <a:pt x="2873" y="1654"/>
                  </a:lnTo>
                  <a:lnTo>
                    <a:pt x="2864" y="1651"/>
                  </a:lnTo>
                  <a:lnTo>
                    <a:pt x="2854" y="1648"/>
                  </a:lnTo>
                  <a:lnTo>
                    <a:pt x="2844" y="1646"/>
                  </a:lnTo>
                  <a:lnTo>
                    <a:pt x="2834" y="1645"/>
                  </a:lnTo>
                  <a:lnTo>
                    <a:pt x="2834" y="1645"/>
                  </a:lnTo>
                  <a:lnTo>
                    <a:pt x="2823" y="1646"/>
                  </a:lnTo>
                  <a:lnTo>
                    <a:pt x="2813" y="1648"/>
                  </a:lnTo>
                  <a:lnTo>
                    <a:pt x="2803" y="1651"/>
                  </a:lnTo>
                  <a:lnTo>
                    <a:pt x="2794" y="1654"/>
                  </a:lnTo>
                  <a:lnTo>
                    <a:pt x="2785" y="1659"/>
                  </a:lnTo>
                  <a:lnTo>
                    <a:pt x="2777" y="1665"/>
                  </a:lnTo>
                  <a:lnTo>
                    <a:pt x="2770" y="1671"/>
                  </a:lnTo>
                  <a:lnTo>
                    <a:pt x="2762" y="1679"/>
                  </a:lnTo>
                  <a:lnTo>
                    <a:pt x="2755" y="1686"/>
                  </a:lnTo>
                  <a:lnTo>
                    <a:pt x="2750" y="1695"/>
                  </a:lnTo>
                  <a:lnTo>
                    <a:pt x="2745" y="1705"/>
                  </a:lnTo>
                  <a:lnTo>
                    <a:pt x="2741" y="1715"/>
                  </a:lnTo>
                  <a:lnTo>
                    <a:pt x="2739" y="1727"/>
                  </a:lnTo>
                  <a:lnTo>
                    <a:pt x="2735" y="1739"/>
                  </a:lnTo>
                  <a:lnTo>
                    <a:pt x="2734" y="1750"/>
                  </a:lnTo>
                  <a:lnTo>
                    <a:pt x="2734" y="1763"/>
                  </a:lnTo>
                  <a:lnTo>
                    <a:pt x="2734" y="1763"/>
                  </a:lnTo>
                  <a:lnTo>
                    <a:pt x="2734" y="1775"/>
                  </a:lnTo>
                  <a:lnTo>
                    <a:pt x="2735" y="1788"/>
                  </a:lnTo>
                  <a:lnTo>
                    <a:pt x="2738" y="1800"/>
                  </a:lnTo>
                  <a:lnTo>
                    <a:pt x="2741" y="1811"/>
                  </a:lnTo>
                  <a:lnTo>
                    <a:pt x="2745" y="1821"/>
                  </a:lnTo>
                  <a:lnTo>
                    <a:pt x="2751" y="1831"/>
                  </a:lnTo>
                  <a:lnTo>
                    <a:pt x="2757" y="1840"/>
                  </a:lnTo>
                  <a:lnTo>
                    <a:pt x="2763" y="1848"/>
                  </a:lnTo>
                  <a:lnTo>
                    <a:pt x="2770" y="1854"/>
                  </a:lnTo>
                  <a:lnTo>
                    <a:pt x="2778" y="1861"/>
                  </a:lnTo>
                  <a:lnTo>
                    <a:pt x="2787" y="1867"/>
                  </a:lnTo>
                  <a:lnTo>
                    <a:pt x="2797" y="1871"/>
                  </a:lnTo>
                  <a:lnTo>
                    <a:pt x="2807" y="1874"/>
                  </a:lnTo>
                  <a:lnTo>
                    <a:pt x="2817" y="1878"/>
                  </a:lnTo>
                  <a:lnTo>
                    <a:pt x="2829" y="1879"/>
                  </a:lnTo>
                  <a:lnTo>
                    <a:pt x="2840" y="1880"/>
                  </a:lnTo>
                  <a:lnTo>
                    <a:pt x="2840" y="1880"/>
                  </a:lnTo>
                  <a:lnTo>
                    <a:pt x="2851" y="1879"/>
                  </a:lnTo>
                  <a:lnTo>
                    <a:pt x="2862" y="1878"/>
                  </a:lnTo>
                  <a:lnTo>
                    <a:pt x="2872" y="1874"/>
                  </a:lnTo>
                  <a:lnTo>
                    <a:pt x="2882" y="1871"/>
                  </a:lnTo>
                  <a:lnTo>
                    <a:pt x="2892" y="1866"/>
                  </a:lnTo>
                  <a:lnTo>
                    <a:pt x="2902" y="1860"/>
                  </a:lnTo>
                  <a:lnTo>
                    <a:pt x="2911" y="1852"/>
                  </a:lnTo>
                  <a:lnTo>
                    <a:pt x="2919" y="1844"/>
                  </a:lnTo>
                  <a:lnTo>
                    <a:pt x="2884" y="1810"/>
                  </a:lnTo>
                  <a:lnTo>
                    <a:pt x="2791" y="1739"/>
                  </a:lnTo>
                  <a:lnTo>
                    <a:pt x="2792" y="1729"/>
                  </a:lnTo>
                  <a:lnTo>
                    <a:pt x="2795" y="1720"/>
                  </a:lnTo>
                  <a:lnTo>
                    <a:pt x="2799" y="1712"/>
                  </a:lnTo>
                  <a:lnTo>
                    <a:pt x="2803" y="1705"/>
                  </a:lnTo>
                  <a:lnTo>
                    <a:pt x="2810" y="1700"/>
                  </a:lnTo>
                  <a:lnTo>
                    <a:pt x="2817" y="1696"/>
                  </a:lnTo>
                  <a:lnTo>
                    <a:pt x="2824" y="1693"/>
                  </a:lnTo>
                  <a:lnTo>
                    <a:pt x="2833" y="1693"/>
                  </a:lnTo>
                  <a:lnTo>
                    <a:pt x="2833" y="1693"/>
                  </a:lnTo>
                  <a:lnTo>
                    <a:pt x="2843" y="1694"/>
                  </a:lnTo>
                  <a:lnTo>
                    <a:pt x="2851" y="1696"/>
                  </a:lnTo>
                  <a:lnTo>
                    <a:pt x="2859" y="1701"/>
                  </a:lnTo>
                  <a:lnTo>
                    <a:pt x="2864" y="1708"/>
                  </a:lnTo>
                  <a:lnTo>
                    <a:pt x="2869" y="1714"/>
                  </a:lnTo>
                  <a:lnTo>
                    <a:pt x="2872" y="1722"/>
                  </a:lnTo>
                  <a:lnTo>
                    <a:pt x="2874" y="1731"/>
                  </a:lnTo>
                  <a:lnTo>
                    <a:pt x="2875" y="1739"/>
                  </a:lnTo>
                  <a:lnTo>
                    <a:pt x="2791" y="1739"/>
                  </a:lnTo>
                  <a:lnTo>
                    <a:pt x="2658" y="1797"/>
                  </a:lnTo>
                  <a:lnTo>
                    <a:pt x="2658" y="1804"/>
                  </a:lnTo>
                  <a:lnTo>
                    <a:pt x="2659" y="1810"/>
                  </a:lnTo>
                  <a:lnTo>
                    <a:pt x="2661" y="1815"/>
                  </a:lnTo>
                  <a:lnTo>
                    <a:pt x="2663" y="1820"/>
                  </a:lnTo>
                  <a:lnTo>
                    <a:pt x="2667" y="1823"/>
                  </a:lnTo>
                  <a:lnTo>
                    <a:pt x="2671" y="1825"/>
                  </a:lnTo>
                  <a:lnTo>
                    <a:pt x="2675" y="1827"/>
                  </a:lnTo>
                  <a:lnTo>
                    <a:pt x="2682" y="1827"/>
                  </a:lnTo>
                  <a:lnTo>
                    <a:pt x="2682" y="1827"/>
                  </a:lnTo>
                  <a:lnTo>
                    <a:pt x="2690" y="1827"/>
                  </a:lnTo>
                  <a:lnTo>
                    <a:pt x="2699" y="1824"/>
                  </a:lnTo>
                  <a:lnTo>
                    <a:pt x="2708" y="1821"/>
                  </a:lnTo>
                  <a:lnTo>
                    <a:pt x="2715" y="1817"/>
                  </a:lnTo>
                  <a:lnTo>
                    <a:pt x="2709" y="1869"/>
                  </a:lnTo>
                  <a:lnTo>
                    <a:pt x="2709" y="1869"/>
                  </a:lnTo>
                  <a:lnTo>
                    <a:pt x="2699" y="1873"/>
                  </a:lnTo>
                  <a:lnTo>
                    <a:pt x="2687" y="1877"/>
                  </a:lnTo>
                  <a:lnTo>
                    <a:pt x="2674" y="1879"/>
                  </a:lnTo>
                  <a:lnTo>
                    <a:pt x="2662" y="1880"/>
                  </a:lnTo>
                  <a:lnTo>
                    <a:pt x="2662" y="1880"/>
                  </a:lnTo>
                  <a:lnTo>
                    <a:pt x="2654" y="1879"/>
                  </a:lnTo>
                  <a:lnTo>
                    <a:pt x="2647" y="1878"/>
                  </a:lnTo>
                  <a:lnTo>
                    <a:pt x="2640" y="1876"/>
                  </a:lnTo>
                  <a:lnTo>
                    <a:pt x="2634" y="1873"/>
                  </a:lnTo>
                  <a:lnTo>
                    <a:pt x="2629" y="1870"/>
                  </a:lnTo>
                  <a:lnTo>
                    <a:pt x="2623" y="1867"/>
                  </a:lnTo>
                  <a:lnTo>
                    <a:pt x="2620" y="1862"/>
                  </a:lnTo>
                  <a:lnTo>
                    <a:pt x="2615" y="1857"/>
                  </a:lnTo>
                  <a:lnTo>
                    <a:pt x="2610" y="1847"/>
                  </a:lnTo>
                  <a:lnTo>
                    <a:pt x="2605" y="1834"/>
                  </a:lnTo>
                  <a:lnTo>
                    <a:pt x="2603" y="1823"/>
                  </a:lnTo>
                  <a:lnTo>
                    <a:pt x="2602" y="1811"/>
                  </a:lnTo>
                  <a:lnTo>
                    <a:pt x="2602" y="1702"/>
                  </a:lnTo>
                  <a:lnTo>
                    <a:pt x="2568" y="1702"/>
                  </a:lnTo>
                  <a:lnTo>
                    <a:pt x="2568" y="1651"/>
                  </a:lnTo>
                  <a:lnTo>
                    <a:pt x="2602" y="1651"/>
                  </a:lnTo>
                  <a:lnTo>
                    <a:pt x="2602" y="1593"/>
                  </a:lnTo>
                  <a:lnTo>
                    <a:pt x="2658" y="1565"/>
                  </a:lnTo>
                  <a:lnTo>
                    <a:pt x="2658" y="1651"/>
                  </a:lnTo>
                  <a:lnTo>
                    <a:pt x="2708" y="1651"/>
                  </a:lnTo>
                  <a:lnTo>
                    <a:pt x="2708" y="1702"/>
                  </a:lnTo>
                  <a:lnTo>
                    <a:pt x="2658" y="1702"/>
                  </a:lnTo>
                  <a:lnTo>
                    <a:pt x="2658" y="1797"/>
                  </a:lnTo>
                  <a:lnTo>
                    <a:pt x="2550" y="1869"/>
                  </a:lnTo>
                  <a:lnTo>
                    <a:pt x="2540" y="1873"/>
                  </a:lnTo>
                  <a:lnTo>
                    <a:pt x="2529" y="1877"/>
                  </a:lnTo>
                  <a:lnTo>
                    <a:pt x="2516" y="1879"/>
                  </a:lnTo>
                  <a:lnTo>
                    <a:pt x="2504" y="1880"/>
                  </a:lnTo>
                  <a:lnTo>
                    <a:pt x="2504" y="1880"/>
                  </a:lnTo>
                  <a:lnTo>
                    <a:pt x="2495" y="1879"/>
                  </a:lnTo>
                  <a:lnTo>
                    <a:pt x="2489" y="1878"/>
                  </a:lnTo>
                  <a:lnTo>
                    <a:pt x="2482" y="1876"/>
                  </a:lnTo>
                  <a:lnTo>
                    <a:pt x="2475" y="1873"/>
                  </a:lnTo>
                  <a:lnTo>
                    <a:pt x="2471" y="1870"/>
                  </a:lnTo>
                  <a:lnTo>
                    <a:pt x="2465" y="1867"/>
                  </a:lnTo>
                  <a:lnTo>
                    <a:pt x="2461" y="1862"/>
                  </a:lnTo>
                  <a:lnTo>
                    <a:pt x="2458" y="1857"/>
                  </a:lnTo>
                  <a:lnTo>
                    <a:pt x="2451" y="1847"/>
                  </a:lnTo>
                  <a:lnTo>
                    <a:pt x="2448" y="1834"/>
                  </a:lnTo>
                  <a:lnTo>
                    <a:pt x="2444" y="1823"/>
                  </a:lnTo>
                  <a:lnTo>
                    <a:pt x="2444" y="1811"/>
                  </a:lnTo>
                  <a:lnTo>
                    <a:pt x="2444" y="1702"/>
                  </a:lnTo>
                  <a:lnTo>
                    <a:pt x="2410" y="1702"/>
                  </a:lnTo>
                  <a:lnTo>
                    <a:pt x="2410" y="1651"/>
                  </a:lnTo>
                  <a:lnTo>
                    <a:pt x="2444" y="1651"/>
                  </a:lnTo>
                  <a:lnTo>
                    <a:pt x="2444" y="1593"/>
                  </a:lnTo>
                  <a:lnTo>
                    <a:pt x="2500" y="1565"/>
                  </a:lnTo>
                  <a:lnTo>
                    <a:pt x="2500" y="1651"/>
                  </a:lnTo>
                  <a:lnTo>
                    <a:pt x="2546" y="1651"/>
                  </a:lnTo>
                  <a:lnTo>
                    <a:pt x="2546" y="1702"/>
                  </a:lnTo>
                  <a:lnTo>
                    <a:pt x="2500" y="1702"/>
                  </a:lnTo>
                  <a:lnTo>
                    <a:pt x="2500" y="1797"/>
                  </a:lnTo>
                  <a:lnTo>
                    <a:pt x="2500" y="1797"/>
                  </a:lnTo>
                  <a:lnTo>
                    <a:pt x="2500" y="1804"/>
                  </a:lnTo>
                  <a:lnTo>
                    <a:pt x="2501" y="1810"/>
                  </a:lnTo>
                  <a:lnTo>
                    <a:pt x="2503" y="1815"/>
                  </a:lnTo>
                  <a:lnTo>
                    <a:pt x="2505" y="1820"/>
                  </a:lnTo>
                  <a:lnTo>
                    <a:pt x="2509" y="1823"/>
                  </a:lnTo>
                  <a:lnTo>
                    <a:pt x="2513" y="1825"/>
                  </a:lnTo>
                  <a:lnTo>
                    <a:pt x="2518" y="1827"/>
                  </a:lnTo>
                  <a:lnTo>
                    <a:pt x="2523" y="1827"/>
                  </a:lnTo>
                  <a:lnTo>
                    <a:pt x="2523" y="1827"/>
                  </a:lnTo>
                  <a:lnTo>
                    <a:pt x="2532" y="1827"/>
                  </a:lnTo>
                  <a:lnTo>
                    <a:pt x="2541" y="1824"/>
                  </a:lnTo>
                  <a:lnTo>
                    <a:pt x="2549" y="1821"/>
                  </a:lnTo>
                  <a:lnTo>
                    <a:pt x="2556" y="1817"/>
                  </a:lnTo>
                  <a:lnTo>
                    <a:pt x="2550" y="1869"/>
                  </a:lnTo>
                  <a:lnTo>
                    <a:pt x="3096" y="1713"/>
                  </a:lnTo>
                  <a:lnTo>
                    <a:pt x="3088" y="1708"/>
                  </a:lnTo>
                  <a:lnTo>
                    <a:pt x="3079" y="1704"/>
                  </a:lnTo>
                  <a:lnTo>
                    <a:pt x="3069" y="1702"/>
                  </a:lnTo>
                  <a:lnTo>
                    <a:pt x="3059" y="1701"/>
                  </a:lnTo>
                  <a:lnTo>
                    <a:pt x="3059" y="1701"/>
                  </a:lnTo>
                  <a:lnTo>
                    <a:pt x="3050" y="1702"/>
                  </a:lnTo>
                  <a:lnTo>
                    <a:pt x="3041" y="1704"/>
                  </a:lnTo>
                  <a:lnTo>
                    <a:pt x="3034" y="1709"/>
                  </a:lnTo>
                  <a:lnTo>
                    <a:pt x="3029" y="1714"/>
                  </a:lnTo>
                  <a:lnTo>
                    <a:pt x="3024" y="1721"/>
                  </a:lnTo>
                  <a:lnTo>
                    <a:pt x="3022" y="1730"/>
                  </a:lnTo>
                  <a:lnTo>
                    <a:pt x="3020" y="1741"/>
                  </a:lnTo>
                  <a:lnTo>
                    <a:pt x="3019" y="1753"/>
                  </a:lnTo>
                  <a:lnTo>
                    <a:pt x="3019" y="1874"/>
                  </a:lnTo>
                  <a:lnTo>
                    <a:pt x="2964" y="1874"/>
                  </a:lnTo>
                  <a:lnTo>
                    <a:pt x="2964" y="1651"/>
                  </a:lnTo>
                  <a:lnTo>
                    <a:pt x="3019" y="1651"/>
                  </a:lnTo>
                  <a:lnTo>
                    <a:pt x="3019" y="1670"/>
                  </a:lnTo>
                  <a:lnTo>
                    <a:pt x="3019" y="1670"/>
                  </a:lnTo>
                  <a:lnTo>
                    <a:pt x="3024" y="1664"/>
                  </a:lnTo>
                  <a:lnTo>
                    <a:pt x="3030" y="1659"/>
                  </a:lnTo>
                  <a:lnTo>
                    <a:pt x="3036" y="1655"/>
                  </a:lnTo>
                  <a:lnTo>
                    <a:pt x="3042" y="1652"/>
                  </a:lnTo>
                  <a:lnTo>
                    <a:pt x="3048" y="1649"/>
                  </a:lnTo>
                  <a:lnTo>
                    <a:pt x="3054" y="1648"/>
                  </a:lnTo>
                  <a:lnTo>
                    <a:pt x="3061" y="1646"/>
                  </a:lnTo>
                  <a:lnTo>
                    <a:pt x="3069" y="1645"/>
                  </a:lnTo>
                  <a:lnTo>
                    <a:pt x="3069" y="1645"/>
                  </a:lnTo>
                  <a:lnTo>
                    <a:pt x="3080" y="1646"/>
                  </a:lnTo>
                  <a:lnTo>
                    <a:pt x="3091" y="1650"/>
                  </a:lnTo>
                  <a:lnTo>
                    <a:pt x="3101" y="1653"/>
                  </a:lnTo>
                  <a:lnTo>
                    <a:pt x="3110" y="1659"/>
                  </a:lnTo>
                  <a:lnTo>
                    <a:pt x="3096" y="1713"/>
                  </a:lnTo>
                  <a:lnTo>
                    <a:pt x="597" y="1619"/>
                  </a:lnTo>
                  <a:lnTo>
                    <a:pt x="541" y="1619"/>
                  </a:lnTo>
                  <a:lnTo>
                    <a:pt x="541" y="1563"/>
                  </a:lnTo>
                  <a:lnTo>
                    <a:pt x="597" y="1563"/>
                  </a:lnTo>
                  <a:lnTo>
                    <a:pt x="597" y="1591"/>
                  </a:lnTo>
                  <a:lnTo>
                    <a:pt x="1037" y="1651"/>
                  </a:lnTo>
                  <a:lnTo>
                    <a:pt x="1037" y="1751"/>
                  </a:lnTo>
                  <a:lnTo>
                    <a:pt x="1037" y="1874"/>
                  </a:lnTo>
                  <a:lnTo>
                    <a:pt x="981" y="1874"/>
                  </a:lnTo>
                  <a:lnTo>
                    <a:pt x="981" y="1651"/>
                  </a:lnTo>
                  <a:lnTo>
                    <a:pt x="1037" y="1619"/>
                  </a:lnTo>
                  <a:lnTo>
                    <a:pt x="981" y="1619"/>
                  </a:lnTo>
                  <a:lnTo>
                    <a:pt x="981" y="1563"/>
                  </a:lnTo>
                  <a:lnTo>
                    <a:pt x="1037" y="1563"/>
                  </a:lnTo>
                  <a:lnTo>
                    <a:pt x="1037" y="1591"/>
                  </a:lnTo>
                  <a:lnTo>
                    <a:pt x="2558" y="2058"/>
                  </a:lnTo>
                  <a:lnTo>
                    <a:pt x="2552" y="2053"/>
                  </a:lnTo>
                  <a:lnTo>
                    <a:pt x="2546" y="2049"/>
                  </a:lnTo>
                  <a:lnTo>
                    <a:pt x="2541" y="2046"/>
                  </a:lnTo>
                  <a:lnTo>
                    <a:pt x="2534" y="2042"/>
                  </a:lnTo>
                  <a:lnTo>
                    <a:pt x="2529" y="2040"/>
                  </a:lnTo>
                  <a:lnTo>
                    <a:pt x="2522" y="2039"/>
                  </a:lnTo>
                  <a:lnTo>
                    <a:pt x="2508" y="2037"/>
                  </a:lnTo>
                  <a:lnTo>
                    <a:pt x="2508" y="2037"/>
                  </a:lnTo>
                  <a:lnTo>
                    <a:pt x="2498" y="2038"/>
                  </a:lnTo>
                  <a:lnTo>
                    <a:pt x="2489" y="2039"/>
                  </a:lnTo>
                  <a:lnTo>
                    <a:pt x="2480" y="2042"/>
                  </a:lnTo>
                  <a:lnTo>
                    <a:pt x="2471" y="2046"/>
                  </a:lnTo>
                  <a:lnTo>
                    <a:pt x="2463" y="2050"/>
                  </a:lnTo>
                  <a:lnTo>
                    <a:pt x="2456" y="2055"/>
                  </a:lnTo>
                  <a:lnTo>
                    <a:pt x="2450" y="2061"/>
                  </a:lnTo>
                  <a:lnTo>
                    <a:pt x="2443" y="2068"/>
                  </a:lnTo>
                  <a:lnTo>
                    <a:pt x="2439" y="2076"/>
                  </a:lnTo>
                  <a:lnTo>
                    <a:pt x="2433" y="2085"/>
                  </a:lnTo>
                  <a:lnTo>
                    <a:pt x="2430" y="2093"/>
                  </a:lnTo>
                  <a:lnTo>
                    <a:pt x="2426" y="2105"/>
                  </a:lnTo>
                  <a:lnTo>
                    <a:pt x="2423" y="2115"/>
                  </a:lnTo>
                  <a:lnTo>
                    <a:pt x="2422" y="2127"/>
                  </a:lnTo>
                  <a:lnTo>
                    <a:pt x="2421" y="2139"/>
                  </a:lnTo>
                  <a:lnTo>
                    <a:pt x="2420" y="2152"/>
                  </a:lnTo>
                  <a:lnTo>
                    <a:pt x="2420" y="2152"/>
                  </a:lnTo>
                  <a:lnTo>
                    <a:pt x="2421" y="2166"/>
                  </a:lnTo>
                  <a:lnTo>
                    <a:pt x="2422" y="2178"/>
                  </a:lnTo>
                  <a:lnTo>
                    <a:pt x="2423" y="2190"/>
                  </a:lnTo>
                  <a:lnTo>
                    <a:pt x="2426" y="2202"/>
                  </a:lnTo>
                  <a:lnTo>
                    <a:pt x="2429" y="2212"/>
                  </a:lnTo>
                  <a:lnTo>
                    <a:pt x="2433" y="2222"/>
                  </a:lnTo>
                  <a:lnTo>
                    <a:pt x="2438" y="2231"/>
                  </a:lnTo>
                  <a:lnTo>
                    <a:pt x="2443" y="2239"/>
                  </a:lnTo>
                  <a:lnTo>
                    <a:pt x="2449" y="2247"/>
                  </a:lnTo>
                  <a:lnTo>
                    <a:pt x="2455" y="2252"/>
                  </a:lnTo>
                  <a:lnTo>
                    <a:pt x="2462" y="2258"/>
                  </a:lnTo>
                  <a:lnTo>
                    <a:pt x="2470" y="2262"/>
                  </a:lnTo>
                  <a:lnTo>
                    <a:pt x="2479" y="2267"/>
                  </a:lnTo>
                  <a:lnTo>
                    <a:pt x="2488" y="2269"/>
                  </a:lnTo>
                  <a:lnTo>
                    <a:pt x="2496" y="2270"/>
                  </a:lnTo>
                  <a:lnTo>
                    <a:pt x="2506" y="2271"/>
                  </a:lnTo>
                  <a:lnTo>
                    <a:pt x="2506" y="2271"/>
                  </a:lnTo>
                  <a:lnTo>
                    <a:pt x="2513" y="2270"/>
                  </a:lnTo>
                  <a:lnTo>
                    <a:pt x="2521" y="2269"/>
                  </a:lnTo>
                  <a:lnTo>
                    <a:pt x="2528" y="2268"/>
                  </a:lnTo>
                  <a:lnTo>
                    <a:pt x="2533" y="2266"/>
                  </a:lnTo>
                  <a:lnTo>
                    <a:pt x="2540" y="2262"/>
                  </a:lnTo>
                  <a:lnTo>
                    <a:pt x="2546" y="2259"/>
                  </a:lnTo>
                  <a:lnTo>
                    <a:pt x="2552" y="2255"/>
                  </a:lnTo>
                  <a:lnTo>
                    <a:pt x="2558" y="2249"/>
                  </a:lnTo>
                  <a:lnTo>
                    <a:pt x="2558" y="2266"/>
                  </a:lnTo>
                  <a:lnTo>
                    <a:pt x="2613" y="2266"/>
                  </a:lnTo>
                  <a:lnTo>
                    <a:pt x="2613" y="1949"/>
                  </a:lnTo>
                  <a:lnTo>
                    <a:pt x="2558" y="1977"/>
                  </a:lnTo>
                  <a:lnTo>
                    <a:pt x="2558" y="2058"/>
                  </a:lnTo>
                  <a:lnTo>
                    <a:pt x="2519" y="2220"/>
                  </a:lnTo>
                  <a:lnTo>
                    <a:pt x="2511" y="2219"/>
                  </a:lnTo>
                  <a:lnTo>
                    <a:pt x="2504" y="2217"/>
                  </a:lnTo>
                  <a:lnTo>
                    <a:pt x="2496" y="2214"/>
                  </a:lnTo>
                  <a:lnTo>
                    <a:pt x="2490" y="2207"/>
                  </a:lnTo>
                  <a:lnTo>
                    <a:pt x="2484" y="2198"/>
                  </a:lnTo>
                  <a:lnTo>
                    <a:pt x="2480" y="2186"/>
                  </a:lnTo>
                  <a:lnTo>
                    <a:pt x="2478" y="2170"/>
                  </a:lnTo>
                  <a:lnTo>
                    <a:pt x="2476" y="2150"/>
                  </a:lnTo>
                  <a:lnTo>
                    <a:pt x="2476" y="2150"/>
                  </a:lnTo>
                  <a:lnTo>
                    <a:pt x="2478" y="2133"/>
                  </a:lnTo>
                  <a:lnTo>
                    <a:pt x="2480" y="2119"/>
                  </a:lnTo>
                  <a:lnTo>
                    <a:pt x="2484" y="2108"/>
                  </a:lnTo>
                  <a:lnTo>
                    <a:pt x="2490" y="2100"/>
                  </a:lnTo>
                  <a:lnTo>
                    <a:pt x="2496" y="2095"/>
                  </a:lnTo>
                  <a:lnTo>
                    <a:pt x="2503" y="2090"/>
                  </a:lnTo>
                  <a:lnTo>
                    <a:pt x="2511" y="2089"/>
                  </a:lnTo>
                  <a:lnTo>
                    <a:pt x="2518" y="2088"/>
                  </a:lnTo>
                  <a:lnTo>
                    <a:pt x="2518" y="2088"/>
                  </a:lnTo>
                  <a:lnTo>
                    <a:pt x="2525" y="2089"/>
                  </a:lnTo>
                  <a:lnTo>
                    <a:pt x="2532" y="2090"/>
                  </a:lnTo>
                  <a:lnTo>
                    <a:pt x="2538" y="2092"/>
                  </a:lnTo>
                  <a:lnTo>
                    <a:pt x="2543" y="2096"/>
                  </a:lnTo>
                  <a:lnTo>
                    <a:pt x="2548" y="2099"/>
                  </a:lnTo>
                  <a:lnTo>
                    <a:pt x="2552" y="2102"/>
                  </a:lnTo>
                  <a:lnTo>
                    <a:pt x="2558" y="2110"/>
                  </a:lnTo>
                  <a:lnTo>
                    <a:pt x="2558" y="2198"/>
                  </a:lnTo>
                  <a:lnTo>
                    <a:pt x="2558" y="2198"/>
                  </a:lnTo>
                  <a:lnTo>
                    <a:pt x="2551" y="2206"/>
                  </a:lnTo>
                  <a:lnTo>
                    <a:pt x="2543" y="2212"/>
                  </a:lnTo>
                  <a:lnTo>
                    <a:pt x="2538" y="2216"/>
                  </a:lnTo>
                  <a:lnTo>
                    <a:pt x="2532" y="2218"/>
                  </a:lnTo>
                  <a:lnTo>
                    <a:pt x="2525" y="2219"/>
                  </a:lnTo>
                  <a:lnTo>
                    <a:pt x="2519" y="2220"/>
                  </a:lnTo>
                  <a:lnTo>
                    <a:pt x="2519" y="2220"/>
                  </a:lnTo>
                  <a:lnTo>
                    <a:pt x="677" y="2105"/>
                  </a:lnTo>
                  <a:lnTo>
                    <a:pt x="669" y="2100"/>
                  </a:lnTo>
                  <a:lnTo>
                    <a:pt x="660" y="2096"/>
                  </a:lnTo>
                  <a:lnTo>
                    <a:pt x="650" y="2093"/>
                  </a:lnTo>
                  <a:lnTo>
                    <a:pt x="640" y="2092"/>
                  </a:lnTo>
                  <a:lnTo>
                    <a:pt x="640" y="2092"/>
                  </a:lnTo>
                  <a:lnTo>
                    <a:pt x="631" y="2093"/>
                  </a:lnTo>
                  <a:lnTo>
                    <a:pt x="622" y="2096"/>
                  </a:lnTo>
                  <a:lnTo>
                    <a:pt x="616" y="2100"/>
                  </a:lnTo>
                  <a:lnTo>
                    <a:pt x="610" y="2106"/>
                  </a:lnTo>
                  <a:lnTo>
                    <a:pt x="606" y="2112"/>
                  </a:lnTo>
                  <a:lnTo>
                    <a:pt x="604" y="2121"/>
                  </a:lnTo>
                  <a:lnTo>
                    <a:pt x="601" y="2132"/>
                  </a:lnTo>
                  <a:lnTo>
                    <a:pt x="600" y="2145"/>
                  </a:lnTo>
                  <a:lnTo>
                    <a:pt x="600" y="2266"/>
                  </a:lnTo>
                  <a:lnTo>
                    <a:pt x="546" y="2266"/>
                  </a:lnTo>
                  <a:lnTo>
                    <a:pt x="546" y="2042"/>
                  </a:lnTo>
                  <a:lnTo>
                    <a:pt x="600" y="2042"/>
                  </a:lnTo>
                  <a:lnTo>
                    <a:pt x="600" y="2061"/>
                  </a:lnTo>
                  <a:lnTo>
                    <a:pt x="600" y="2061"/>
                  </a:lnTo>
                  <a:lnTo>
                    <a:pt x="606" y="2056"/>
                  </a:lnTo>
                  <a:lnTo>
                    <a:pt x="611" y="2050"/>
                  </a:lnTo>
                  <a:lnTo>
                    <a:pt x="617" y="2047"/>
                  </a:lnTo>
                  <a:lnTo>
                    <a:pt x="624" y="2043"/>
                  </a:lnTo>
                  <a:lnTo>
                    <a:pt x="629" y="2040"/>
                  </a:lnTo>
                  <a:lnTo>
                    <a:pt x="636" y="2039"/>
                  </a:lnTo>
                  <a:lnTo>
                    <a:pt x="644" y="2038"/>
                  </a:lnTo>
                  <a:lnTo>
                    <a:pt x="650" y="2037"/>
                  </a:lnTo>
                  <a:lnTo>
                    <a:pt x="650" y="2037"/>
                  </a:lnTo>
                  <a:lnTo>
                    <a:pt x="661" y="2038"/>
                  </a:lnTo>
                  <a:lnTo>
                    <a:pt x="672" y="2041"/>
                  </a:lnTo>
                  <a:lnTo>
                    <a:pt x="684" y="2046"/>
                  </a:lnTo>
                  <a:lnTo>
                    <a:pt x="692" y="2051"/>
                  </a:lnTo>
                  <a:lnTo>
                    <a:pt x="677" y="2105"/>
                  </a:lnTo>
                  <a:lnTo>
                    <a:pt x="297" y="2042"/>
                  </a:lnTo>
                  <a:lnTo>
                    <a:pt x="233" y="2266"/>
                  </a:lnTo>
                  <a:lnTo>
                    <a:pt x="186" y="2266"/>
                  </a:lnTo>
                  <a:lnTo>
                    <a:pt x="161" y="2174"/>
                  </a:lnTo>
                  <a:lnTo>
                    <a:pt x="161" y="2174"/>
                  </a:lnTo>
                  <a:lnTo>
                    <a:pt x="149" y="2125"/>
                  </a:lnTo>
                  <a:lnTo>
                    <a:pt x="149" y="2125"/>
                  </a:lnTo>
                  <a:lnTo>
                    <a:pt x="143" y="2148"/>
                  </a:lnTo>
                  <a:lnTo>
                    <a:pt x="137" y="2175"/>
                  </a:lnTo>
                  <a:lnTo>
                    <a:pt x="111" y="2266"/>
                  </a:lnTo>
                  <a:lnTo>
                    <a:pt x="63" y="2266"/>
                  </a:lnTo>
                  <a:lnTo>
                    <a:pt x="63" y="2265"/>
                  </a:lnTo>
                  <a:lnTo>
                    <a:pt x="0" y="2042"/>
                  </a:lnTo>
                  <a:lnTo>
                    <a:pt x="58" y="2042"/>
                  </a:lnTo>
                  <a:lnTo>
                    <a:pt x="78" y="2126"/>
                  </a:lnTo>
                  <a:lnTo>
                    <a:pt x="78" y="2126"/>
                  </a:lnTo>
                  <a:lnTo>
                    <a:pt x="83" y="2152"/>
                  </a:lnTo>
                  <a:lnTo>
                    <a:pt x="89" y="2180"/>
                  </a:lnTo>
                  <a:lnTo>
                    <a:pt x="89" y="2180"/>
                  </a:lnTo>
                  <a:lnTo>
                    <a:pt x="96" y="2152"/>
                  </a:lnTo>
                  <a:lnTo>
                    <a:pt x="102" y="2125"/>
                  </a:lnTo>
                  <a:lnTo>
                    <a:pt x="126" y="2042"/>
                  </a:lnTo>
                  <a:lnTo>
                    <a:pt x="173" y="2042"/>
                  </a:lnTo>
                  <a:lnTo>
                    <a:pt x="197" y="2125"/>
                  </a:lnTo>
                  <a:lnTo>
                    <a:pt x="197" y="2125"/>
                  </a:lnTo>
                  <a:lnTo>
                    <a:pt x="203" y="2151"/>
                  </a:lnTo>
                  <a:lnTo>
                    <a:pt x="210" y="2181"/>
                  </a:lnTo>
                  <a:lnTo>
                    <a:pt x="210" y="2181"/>
                  </a:lnTo>
                  <a:lnTo>
                    <a:pt x="215" y="2156"/>
                  </a:lnTo>
                  <a:lnTo>
                    <a:pt x="221" y="2125"/>
                  </a:lnTo>
                  <a:lnTo>
                    <a:pt x="242" y="2042"/>
                  </a:lnTo>
                  <a:lnTo>
                    <a:pt x="409" y="2037"/>
                  </a:lnTo>
                  <a:lnTo>
                    <a:pt x="399" y="2038"/>
                  </a:lnTo>
                  <a:lnTo>
                    <a:pt x="388" y="2039"/>
                  </a:lnTo>
                  <a:lnTo>
                    <a:pt x="378" y="2042"/>
                  </a:lnTo>
                  <a:lnTo>
                    <a:pt x="369" y="2046"/>
                  </a:lnTo>
                  <a:lnTo>
                    <a:pt x="360" y="2050"/>
                  </a:lnTo>
                  <a:lnTo>
                    <a:pt x="351" y="2056"/>
                  </a:lnTo>
                  <a:lnTo>
                    <a:pt x="343" y="2062"/>
                  </a:lnTo>
                  <a:lnTo>
                    <a:pt x="337" y="2070"/>
                  </a:lnTo>
                  <a:lnTo>
                    <a:pt x="330" y="2078"/>
                  </a:lnTo>
                  <a:lnTo>
                    <a:pt x="325" y="2087"/>
                  </a:lnTo>
                  <a:lnTo>
                    <a:pt x="319" y="2097"/>
                  </a:lnTo>
                  <a:lnTo>
                    <a:pt x="316" y="2107"/>
                  </a:lnTo>
                  <a:lnTo>
                    <a:pt x="312" y="2118"/>
                  </a:lnTo>
                  <a:lnTo>
                    <a:pt x="310" y="2129"/>
                  </a:lnTo>
                  <a:lnTo>
                    <a:pt x="308" y="2141"/>
                  </a:lnTo>
                  <a:lnTo>
                    <a:pt x="308" y="2155"/>
                  </a:lnTo>
                  <a:lnTo>
                    <a:pt x="308" y="2155"/>
                  </a:lnTo>
                  <a:lnTo>
                    <a:pt x="308" y="2167"/>
                  </a:lnTo>
                  <a:lnTo>
                    <a:pt x="310" y="2179"/>
                  </a:lnTo>
                  <a:lnTo>
                    <a:pt x="312" y="2190"/>
                  </a:lnTo>
                  <a:lnTo>
                    <a:pt x="316" y="2201"/>
                  </a:lnTo>
                  <a:lnTo>
                    <a:pt x="319" y="2211"/>
                  </a:lnTo>
                  <a:lnTo>
                    <a:pt x="325" y="2221"/>
                  </a:lnTo>
                  <a:lnTo>
                    <a:pt x="330" y="2230"/>
                  </a:lnTo>
                  <a:lnTo>
                    <a:pt x="337" y="2238"/>
                  </a:lnTo>
                  <a:lnTo>
                    <a:pt x="343" y="2246"/>
                  </a:lnTo>
                  <a:lnTo>
                    <a:pt x="351" y="2252"/>
                  </a:lnTo>
                  <a:lnTo>
                    <a:pt x="360" y="2258"/>
                  </a:lnTo>
                  <a:lnTo>
                    <a:pt x="369" y="2262"/>
                  </a:lnTo>
                  <a:lnTo>
                    <a:pt x="378" y="2266"/>
                  </a:lnTo>
                  <a:lnTo>
                    <a:pt x="388" y="2269"/>
                  </a:lnTo>
                  <a:lnTo>
                    <a:pt x="399" y="2270"/>
                  </a:lnTo>
                  <a:lnTo>
                    <a:pt x="409" y="2271"/>
                  </a:lnTo>
                  <a:lnTo>
                    <a:pt x="409" y="2271"/>
                  </a:lnTo>
                  <a:lnTo>
                    <a:pt x="420" y="2270"/>
                  </a:lnTo>
                  <a:lnTo>
                    <a:pt x="431" y="2269"/>
                  </a:lnTo>
                  <a:lnTo>
                    <a:pt x="441" y="2266"/>
                  </a:lnTo>
                  <a:lnTo>
                    <a:pt x="450" y="2262"/>
                  </a:lnTo>
                  <a:lnTo>
                    <a:pt x="459" y="2258"/>
                  </a:lnTo>
                  <a:lnTo>
                    <a:pt x="468" y="2252"/>
                  </a:lnTo>
                  <a:lnTo>
                    <a:pt x="476" y="2246"/>
                  </a:lnTo>
                  <a:lnTo>
                    <a:pt x="482" y="2238"/>
                  </a:lnTo>
                  <a:lnTo>
                    <a:pt x="489" y="2230"/>
                  </a:lnTo>
                  <a:lnTo>
                    <a:pt x="495" y="2221"/>
                  </a:lnTo>
                  <a:lnTo>
                    <a:pt x="499" y="2211"/>
                  </a:lnTo>
                  <a:lnTo>
                    <a:pt x="504" y="2201"/>
                  </a:lnTo>
                  <a:lnTo>
                    <a:pt x="507" y="2190"/>
                  </a:lnTo>
                  <a:lnTo>
                    <a:pt x="509" y="2179"/>
                  </a:lnTo>
                  <a:lnTo>
                    <a:pt x="511" y="2167"/>
                  </a:lnTo>
                  <a:lnTo>
                    <a:pt x="511" y="2155"/>
                  </a:lnTo>
                  <a:lnTo>
                    <a:pt x="511" y="2155"/>
                  </a:lnTo>
                  <a:lnTo>
                    <a:pt x="511" y="2141"/>
                  </a:lnTo>
                  <a:lnTo>
                    <a:pt x="509" y="2129"/>
                  </a:lnTo>
                  <a:lnTo>
                    <a:pt x="507" y="2118"/>
                  </a:lnTo>
                  <a:lnTo>
                    <a:pt x="504" y="2107"/>
                  </a:lnTo>
                  <a:lnTo>
                    <a:pt x="499" y="2097"/>
                  </a:lnTo>
                  <a:lnTo>
                    <a:pt x="495" y="2087"/>
                  </a:lnTo>
                  <a:lnTo>
                    <a:pt x="489" y="2078"/>
                  </a:lnTo>
                  <a:lnTo>
                    <a:pt x="482" y="2070"/>
                  </a:lnTo>
                  <a:lnTo>
                    <a:pt x="476" y="2062"/>
                  </a:lnTo>
                  <a:lnTo>
                    <a:pt x="468" y="2056"/>
                  </a:lnTo>
                  <a:lnTo>
                    <a:pt x="459" y="2050"/>
                  </a:lnTo>
                  <a:lnTo>
                    <a:pt x="450" y="2046"/>
                  </a:lnTo>
                  <a:lnTo>
                    <a:pt x="441" y="2042"/>
                  </a:lnTo>
                  <a:lnTo>
                    <a:pt x="431" y="2039"/>
                  </a:lnTo>
                  <a:lnTo>
                    <a:pt x="420" y="2038"/>
                  </a:lnTo>
                  <a:lnTo>
                    <a:pt x="409" y="2037"/>
                  </a:lnTo>
                  <a:lnTo>
                    <a:pt x="409" y="2037"/>
                  </a:lnTo>
                  <a:lnTo>
                    <a:pt x="409" y="2219"/>
                  </a:lnTo>
                  <a:lnTo>
                    <a:pt x="399" y="2218"/>
                  </a:lnTo>
                  <a:lnTo>
                    <a:pt x="390" y="2215"/>
                  </a:lnTo>
                  <a:lnTo>
                    <a:pt x="383" y="2209"/>
                  </a:lnTo>
                  <a:lnTo>
                    <a:pt x="377" y="2201"/>
                  </a:lnTo>
                  <a:lnTo>
                    <a:pt x="371" y="2192"/>
                  </a:lnTo>
                  <a:lnTo>
                    <a:pt x="367" y="2181"/>
                  </a:lnTo>
                  <a:lnTo>
                    <a:pt x="365" y="2168"/>
                  </a:lnTo>
                  <a:lnTo>
                    <a:pt x="365" y="2155"/>
                  </a:lnTo>
                  <a:lnTo>
                    <a:pt x="365" y="2155"/>
                  </a:lnTo>
                  <a:lnTo>
                    <a:pt x="365" y="2140"/>
                  </a:lnTo>
                  <a:lnTo>
                    <a:pt x="367" y="2127"/>
                  </a:lnTo>
                  <a:lnTo>
                    <a:pt x="371" y="2117"/>
                  </a:lnTo>
                  <a:lnTo>
                    <a:pt x="377" y="2107"/>
                  </a:lnTo>
                  <a:lnTo>
                    <a:pt x="383" y="2099"/>
                  </a:lnTo>
                  <a:lnTo>
                    <a:pt x="390" y="2093"/>
                  </a:lnTo>
                  <a:lnTo>
                    <a:pt x="399" y="2090"/>
                  </a:lnTo>
                  <a:lnTo>
                    <a:pt x="409" y="2089"/>
                  </a:lnTo>
                  <a:lnTo>
                    <a:pt x="409" y="2089"/>
                  </a:lnTo>
                  <a:lnTo>
                    <a:pt x="419" y="2090"/>
                  </a:lnTo>
                  <a:lnTo>
                    <a:pt x="428" y="2093"/>
                  </a:lnTo>
                  <a:lnTo>
                    <a:pt x="436" y="2099"/>
                  </a:lnTo>
                  <a:lnTo>
                    <a:pt x="442" y="2107"/>
                  </a:lnTo>
                  <a:lnTo>
                    <a:pt x="448" y="2117"/>
                  </a:lnTo>
                  <a:lnTo>
                    <a:pt x="451" y="2127"/>
                  </a:lnTo>
                  <a:lnTo>
                    <a:pt x="453" y="2140"/>
                  </a:lnTo>
                  <a:lnTo>
                    <a:pt x="455" y="2155"/>
                  </a:lnTo>
                  <a:lnTo>
                    <a:pt x="455" y="2155"/>
                  </a:lnTo>
                  <a:lnTo>
                    <a:pt x="453" y="2168"/>
                  </a:lnTo>
                  <a:lnTo>
                    <a:pt x="451" y="2181"/>
                  </a:lnTo>
                  <a:lnTo>
                    <a:pt x="448" y="2192"/>
                  </a:lnTo>
                  <a:lnTo>
                    <a:pt x="442" y="2201"/>
                  </a:lnTo>
                  <a:lnTo>
                    <a:pt x="436" y="2209"/>
                  </a:lnTo>
                  <a:lnTo>
                    <a:pt x="428" y="2215"/>
                  </a:lnTo>
                  <a:lnTo>
                    <a:pt x="419" y="2218"/>
                  </a:lnTo>
                  <a:lnTo>
                    <a:pt x="409" y="2219"/>
                  </a:lnTo>
                  <a:lnTo>
                    <a:pt x="409" y="2219"/>
                  </a:lnTo>
                  <a:lnTo>
                    <a:pt x="2285" y="2105"/>
                  </a:lnTo>
                  <a:lnTo>
                    <a:pt x="2276" y="2100"/>
                  </a:lnTo>
                  <a:lnTo>
                    <a:pt x="2267" y="2096"/>
                  </a:lnTo>
                  <a:lnTo>
                    <a:pt x="2257" y="2093"/>
                  </a:lnTo>
                  <a:lnTo>
                    <a:pt x="2249" y="2092"/>
                  </a:lnTo>
                  <a:lnTo>
                    <a:pt x="2249" y="2092"/>
                  </a:lnTo>
                  <a:lnTo>
                    <a:pt x="2239" y="2093"/>
                  </a:lnTo>
                  <a:lnTo>
                    <a:pt x="2231" y="2096"/>
                  </a:lnTo>
                  <a:lnTo>
                    <a:pt x="2224" y="2100"/>
                  </a:lnTo>
                  <a:lnTo>
                    <a:pt x="2219" y="2106"/>
                  </a:lnTo>
                  <a:lnTo>
                    <a:pt x="2214" y="2112"/>
                  </a:lnTo>
                  <a:lnTo>
                    <a:pt x="2211" y="2121"/>
                  </a:lnTo>
                  <a:lnTo>
                    <a:pt x="2209" y="2132"/>
                  </a:lnTo>
                  <a:lnTo>
                    <a:pt x="2209" y="2145"/>
                  </a:lnTo>
                  <a:lnTo>
                    <a:pt x="2209" y="2266"/>
                  </a:lnTo>
                  <a:lnTo>
                    <a:pt x="2153" y="2266"/>
                  </a:lnTo>
                  <a:lnTo>
                    <a:pt x="2153" y="2042"/>
                  </a:lnTo>
                  <a:lnTo>
                    <a:pt x="2209" y="2042"/>
                  </a:lnTo>
                  <a:lnTo>
                    <a:pt x="2209" y="2061"/>
                  </a:lnTo>
                  <a:lnTo>
                    <a:pt x="2209" y="2061"/>
                  </a:lnTo>
                  <a:lnTo>
                    <a:pt x="2213" y="2056"/>
                  </a:lnTo>
                  <a:lnTo>
                    <a:pt x="2219" y="2050"/>
                  </a:lnTo>
                  <a:lnTo>
                    <a:pt x="2224" y="2047"/>
                  </a:lnTo>
                  <a:lnTo>
                    <a:pt x="2231" y="2043"/>
                  </a:lnTo>
                  <a:lnTo>
                    <a:pt x="2237" y="2040"/>
                  </a:lnTo>
                  <a:lnTo>
                    <a:pt x="2244" y="2039"/>
                  </a:lnTo>
                  <a:lnTo>
                    <a:pt x="2251" y="2038"/>
                  </a:lnTo>
                  <a:lnTo>
                    <a:pt x="2257" y="2037"/>
                  </a:lnTo>
                  <a:lnTo>
                    <a:pt x="2257" y="2037"/>
                  </a:lnTo>
                  <a:lnTo>
                    <a:pt x="2269" y="2038"/>
                  </a:lnTo>
                  <a:lnTo>
                    <a:pt x="2280" y="2041"/>
                  </a:lnTo>
                  <a:lnTo>
                    <a:pt x="2291" y="2046"/>
                  </a:lnTo>
                  <a:lnTo>
                    <a:pt x="2300" y="2051"/>
                  </a:lnTo>
                  <a:lnTo>
                    <a:pt x="2285" y="2105"/>
                  </a:lnTo>
                  <a:lnTo>
                    <a:pt x="1904" y="2042"/>
                  </a:lnTo>
                  <a:lnTo>
                    <a:pt x="1841" y="2266"/>
                  </a:lnTo>
                  <a:lnTo>
                    <a:pt x="1793" y="2266"/>
                  </a:lnTo>
                  <a:lnTo>
                    <a:pt x="1768" y="2174"/>
                  </a:lnTo>
                  <a:lnTo>
                    <a:pt x="1768" y="2174"/>
                  </a:lnTo>
                  <a:lnTo>
                    <a:pt x="1756" y="2125"/>
                  </a:lnTo>
                  <a:lnTo>
                    <a:pt x="1756" y="2125"/>
                  </a:lnTo>
                  <a:lnTo>
                    <a:pt x="1751" y="2148"/>
                  </a:lnTo>
                  <a:lnTo>
                    <a:pt x="1744" y="2175"/>
                  </a:lnTo>
                  <a:lnTo>
                    <a:pt x="1720" y="2266"/>
                  </a:lnTo>
                  <a:lnTo>
                    <a:pt x="1672" y="2266"/>
                  </a:lnTo>
                  <a:lnTo>
                    <a:pt x="1671" y="2265"/>
                  </a:lnTo>
                  <a:lnTo>
                    <a:pt x="1608" y="2042"/>
                  </a:lnTo>
                  <a:lnTo>
                    <a:pt x="1665" y="2042"/>
                  </a:lnTo>
                  <a:lnTo>
                    <a:pt x="1686" y="2126"/>
                  </a:lnTo>
                  <a:lnTo>
                    <a:pt x="1686" y="2126"/>
                  </a:lnTo>
                  <a:lnTo>
                    <a:pt x="1692" y="2152"/>
                  </a:lnTo>
                  <a:lnTo>
                    <a:pt x="1697" y="2180"/>
                  </a:lnTo>
                  <a:lnTo>
                    <a:pt x="1697" y="2180"/>
                  </a:lnTo>
                  <a:lnTo>
                    <a:pt x="1703" y="2152"/>
                  </a:lnTo>
                  <a:lnTo>
                    <a:pt x="1711" y="2125"/>
                  </a:lnTo>
                  <a:lnTo>
                    <a:pt x="1734" y="2042"/>
                  </a:lnTo>
                  <a:lnTo>
                    <a:pt x="1781" y="2042"/>
                  </a:lnTo>
                  <a:lnTo>
                    <a:pt x="1804" y="2125"/>
                  </a:lnTo>
                  <a:lnTo>
                    <a:pt x="1804" y="2125"/>
                  </a:lnTo>
                  <a:lnTo>
                    <a:pt x="1811" y="2151"/>
                  </a:lnTo>
                  <a:lnTo>
                    <a:pt x="1817" y="2181"/>
                  </a:lnTo>
                  <a:lnTo>
                    <a:pt x="1817" y="2181"/>
                  </a:lnTo>
                  <a:lnTo>
                    <a:pt x="1823" y="2156"/>
                  </a:lnTo>
                  <a:lnTo>
                    <a:pt x="1830" y="2125"/>
                  </a:lnTo>
                  <a:lnTo>
                    <a:pt x="1850" y="2042"/>
                  </a:lnTo>
                  <a:lnTo>
                    <a:pt x="2016" y="2037"/>
                  </a:lnTo>
                  <a:lnTo>
                    <a:pt x="2006" y="2038"/>
                  </a:lnTo>
                  <a:lnTo>
                    <a:pt x="1995" y="2039"/>
                  </a:lnTo>
                  <a:lnTo>
                    <a:pt x="1985" y="2042"/>
                  </a:lnTo>
                  <a:lnTo>
                    <a:pt x="1976" y="2046"/>
                  </a:lnTo>
                  <a:lnTo>
                    <a:pt x="1967" y="2050"/>
                  </a:lnTo>
                  <a:lnTo>
                    <a:pt x="1958" y="2057"/>
                  </a:lnTo>
                  <a:lnTo>
                    <a:pt x="1951" y="2062"/>
                  </a:lnTo>
                  <a:lnTo>
                    <a:pt x="1944" y="2070"/>
                  </a:lnTo>
                  <a:lnTo>
                    <a:pt x="1937" y="2078"/>
                  </a:lnTo>
                  <a:lnTo>
                    <a:pt x="1932" y="2087"/>
                  </a:lnTo>
                  <a:lnTo>
                    <a:pt x="1926" y="2097"/>
                  </a:lnTo>
                  <a:lnTo>
                    <a:pt x="1923" y="2107"/>
                  </a:lnTo>
                  <a:lnTo>
                    <a:pt x="1920" y="2118"/>
                  </a:lnTo>
                  <a:lnTo>
                    <a:pt x="1916" y="2130"/>
                  </a:lnTo>
                  <a:lnTo>
                    <a:pt x="1915" y="2141"/>
                  </a:lnTo>
                  <a:lnTo>
                    <a:pt x="1915" y="2155"/>
                  </a:lnTo>
                  <a:lnTo>
                    <a:pt x="1915" y="2155"/>
                  </a:lnTo>
                  <a:lnTo>
                    <a:pt x="1915" y="2167"/>
                  </a:lnTo>
                  <a:lnTo>
                    <a:pt x="1916" y="2179"/>
                  </a:lnTo>
                  <a:lnTo>
                    <a:pt x="1920" y="2190"/>
                  </a:lnTo>
                  <a:lnTo>
                    <a:pt x="1923" y="2201"/>
                  </a:lnTo>
                  <a:lnTo>
                    <a:pt x="1926" y="2211"/>
                  </a:lnTo>
                  <a:lnTo>
                    <a:pt x="1932" y="2221"/>
                  </a:lnTo>
                  <a:lnTo>
                    <a:pt x="1937" y="2230"/>
                  </a:lnTo>
                  <a:lnTo>
                    <a:pt x="1944" y="2238"/>
                  </a:lnTo>
                  <a:lnTo>
                    <a:pt x="1951" y="2246"/>
                  </a:lnTo>
                  <a:lnTo>
                    <a:pt x="1958" y="2252"/>
                  </a:lnTo>
                  <a:lnTo>
                    <a:pt x="1967" y="2258"/>
                  </a:lnTo>
                  <a:lnTo>
                    <a:pt x="1976" y="2262"/>
                  </a:lnTo>
                  <a:lnTo>
                    <a:pt x="1985" y="2266"/>
                  </a:lnTo>
                  <a:lnTo>
                    <a:pt x="1995" y="2269"/>
                  </a:lnTo>
                  <a:lnTo>
                    <a:pt x="2006" y="2270"/>
                  </a:lnTo>
                  <a:lnTo>
                    <a:pt x="2016" y="2271"/>
                  </a:lnTo>
                  <a:lnTo>
                    <a:pt x="2016" y="2271"/>
                  </a:lnTo>
                  <a:lnTo>
                    <a:pt x="2027" y="2270"/>
                  </a:lnTo>
                  <a:lnTo>
                    <a:pt x="2039" y="2269"/>
                  </a:lnTo>
                  <a:lnTo>
                    <a:pt x="2049" y="2266"/>
                  </a:lnTo>
                  <a:lnTo>
                    <a:pt x="2057" y="2262"/>
                  </a:lnTo>
                  <a:lnTo>
                    <a:pt x="2066" y="2258"/>
                  </a:lnTo>
                  <a:lnTo>
                    <a:pt x="2075" y="2252"/>
                  </a:lnTo>
                  <a:lnTo>
                    <a:pt x="2083" y="2246"/>
                  </a:lnTo>
                  <a:lnTo>
                    <a:pt x="2090" y="2238"/>
                  </a:lnTo>
                  <a:lnTo>
                    <a:pt x="2096" y="2230"/>
                  </a:lnTo>
                  <a:lnTo>
                    <a:pt x="2102" y="2221"/>
                  </a:lnTo>
                  <a:lnTo>
                    <a:pt x="2106" y="2211"/>
                  </a:lnTo>
                  <a:lnTo>
                    <a:pt x="2111" y="2201"/>
                  </a:lnTo>
                  <a:lnTo>
                    <a:pt x="2114" y="2190"/>
                  </a:lnTo>
                  <a:lnTo>
                    <a:pt x="2116" y="2179"/>
                  </a:lnTo>
                  <a:lnTo>
                    <a:pt x="2119" y="2167"/>
                  </a:lnTo>
                  <a:lnTo>
                    <a:pt x="2119" y="2155"/>
                  </a:lnTo>
                  <a:lnTo>
                    <a:pt x="2119" y="2155"/>
                  </a:lnTo>
                  <a:lnTo>
                    <a:pt x="2119" y="2141"/>
                  </a:lnTo>
                  <a:lnTo>
                    <a:pt x="2116" y="2130"/>
                  </a:lnTo>
                  <a:lnTo>
                    <a:pt x="2114" y="2118"/>
                  </a:lnTo>
                  <a:lnTo>
                    <a:pt x="2111" y="2107"/>
                  </a:lnTo>
                  <a:lnTo>
                    <a:pt x="2106" y="2097"/>
                  </a:lnTo>
                  <a:lnTo>
                    <a:pt x="2102" y="2087"/>
                  </a:lnTo>
                  <a:lnTo>
                    <a:pt x="2096" y="2078"/>
                  </a:lnTo>
                  <a:lnTo>
                    <a:pt x="2090" y="2070"/>
                  </a:lnTo>
                  <a:lnTo>
                    <a:pt x="2083" y="2062"/>
                  </a:lnTo>
                  <a:lnTo>
                    <a:pt x="2075" y="2057"/>
                  </a:lnTo>
                  <a:lnTo>
                    <a:pt x="2066" y="2050"/>
                  </a:lnTo>
                  <a:lnTo>
                    <a:pt x="2057" y="2046"/>
                  </a:lnTo>
                  <a:lnTo>
                    <a:pt x="2049" y="2042"/>
                  </a:lnTo>
                  <a:lnTo>
                    <a:pt x="2039" y="2039"/>
                  </a:lnTo>
                  <a:lnTo>
                    <a:pt x="2027" y="2038"/>
                  </a:lnTo>
                  <a:lnTo>
                    <a:pt x="2016" y="2037"/>
                  </a:lnTo>
                  <a:lnTo>
                    <a:pt x="2016" y="2037"/>
                  </a:lnTo>
                  <a:lnTo>
                    <a:pt x="2016" y="2219"/>
                  </a:lnTo>
                  <a:lnTo>
                    <a:pt x="2006" y="2218"/>
                  </a:lnTo>
                  <a:lnTo>
                    <a:pt x="1998" y="2215"/>
                  </a:lnTo>
                  <a:lnTo>
                    <a:pt x="1991" y="2209"/>
                  </a:lnTo>
                  <a:lnTo>
                    <a:pt x="1984" y="2201"/>
                  </a:lnTo>
                  <a:lnTo>
                    <a:pt x="1978" y="2192"/>
                  </a:lnTo>
                  <a:lnTo>
                    <a:pt x="1974" y="2181"/>
                  </a:lnTo>
                  <a:lnTo>
                    <a:pt x="1972" y="2168"/>
                  </a:lnTo>
                  <a:lnTo>
                    <a:pt x="1972" y="2155"/>
                  </a:lnTo>
                  <a:lnTo>
                    <a:pt x="1972" y="2155"/>
                  </a:lnTo>
                  <a:lnTo>
                    <a:pt x="1972" y="2140"/>
                  </a:lnTo>
                  <a:lnTo>
                    <a:pt x="1974" y="2128"/>
                  </a:lnTo>
                  <a:lnTo>
                    <a:pt x="1978" y="2117"/>
                  </a:lnTo>
                  <a:lnTo>
                    <a:pt x="1984" y="2107"/>
                  </a:lnTo>
                  <a:lnTo>
                    <a:pt x="1991" y="2099"/>
                  </a:lnTo>
                  <a:lnTo>
                    <a:pt x="1998" y="2093"/>
                  </a:lnTo>
                  <a:lnTo>
                    <a:pt x="2006" y="2090"/>
                  </a:lnTo>
                  <a:lnTo>
                    <a:pt x="2016" y="2089"/>
                  </a:lnTo>
                  <a:lnTo>
                    <a:pt x="2016" y="2089"/>
                  </a:lnTo>
                  <a:lnTo>
                    <a:pt x="2026" y="2090"/>
                  </a:lnTo>
                  <a:lnTo>
                    <a:pt x="2035" y="2093"/>
                  </a:lnTo>
                  <a:lnTo>
                    <a:pt x="2043" y="2099"/>
                  </a:lnTo>
                  <a:lnTo>
                    <a:pt x="2050" y="2107"/>
                  </a:lnTo>
                  <a:lnTo>
                    <a:pt x="2055" y="2117"/>
                  </a:lnTo>
                  <a:lnTo>
                    <a:pt x="2059" y="2128"/>
                  </a:lnTo>
                  <a:lnTo>
                    <a:pt x="2061" y="2140"/>
                  </a:lnTo>
                  <a:lnTo>
                    <a:pt x="2062" y="2155"/>
                  </a:lnTo>
                  <a:lnTo>
                    <a:pt x="2062" y="2155"/>
                  </a:lnTo>
                  <a:lnTo>
                    <a:pt x="2061" y="2168"/>
                  </a:lnTo>
                  <a:lnTo>
                    <a:pt x="2059" y="2181"/>
                  </a:lnTo>
                  <a:lnTo>
                    <a:pt x="2055" y="2192"/>
                  </a:lnTo>
                  <a:lnTo>
                    <a:pt x="2050" y="2201"/>
                  </a:lnTo>
                  <a:lnTo>
                    <a:pt x="2043" y="2209"/>
                  </a:lnTo>
                  <a:lnTo>
                    <a:pt x="2035" y="2215"/>
                  </a:lnTo>
                  <a:lnTo>
                    <a:pt x="2026" y="2218"/>
                  </a:lnTo>
                  <a:lnTo>
                    <a:pt x="2016" y="2219"/>
                  </a:lnTo>
                  <a:lnTo>
                    <a:pt x="2016" y="2219"/>
                  </a:lnTo>
                  <a:lnTo>
                    <a:pt x="910" y="2266"/>
                  </a:lnTo>
                  <a:lnTo>
                    <a:pt x="849" y="2266"/>
                  </a:lnTo>
                  <a:lnTo>
                    <a:pt x="803" y="2162"/>
                  </a:lnTo>
                  <a:lnTo>
                    <a:pt x="772" y="2199"/>
                  </a:lnTo>
                  <a:lnTo>
                    <a:pt x="772" y="2266"/>
                  </a:lnTo>
                  <a:lnTo>
                    <a:pt x="718" y="2266"/>
                  </a:lnTo>
                  <a:lnTo>
                    <a:pt x="718" y="1977"/>
                  </a:lnTo>
                  <a:lnTo>
                    <a:pt x="772" y="1949"/>
                  </a:lnTo>
                  <a:lnTo>
                    <a:pt x="772" y="2128"/>
                  </a:lnTo>
                  <a:lnTo>
                    <a:pt x="772" y="2128"/>
                  </a:lnTo>
                  <a:lnTo>
                    <a:pt x="794" y="2099"/>
                  </a:lnTo>
                  <a:lnTo>
                    <a:pt x="838" y="2042"/>
                  </a:lnTo>
                  <a:lnTo>
                    <a:pt x="903" y="2042"/>
                  </a:lnTo>
                  <a:lnTo>
                    <a:pt x="843" y="2116"/>
                  </a:lnTo>
                  <a:lnTo>
                    <a:pt x="1049" y="2266"/>
                  </a:lnTo>
                  <a:lnTo>
                    <a:pt x="1049" y="2042"/>
                  </a:lnTo>
                  <a:lnTo>
                    <a:pt x="1105" y="2042"/>
                  </a:lnTo>
                  <a:lnTo>
                    <a:pt x="1105" y="2061"/>
                  </a:lnTo>
                  <a:lnTo>
                    <a:pt x="1105" y="2061"/>
                  </a:lnTo>
                  <a:lnTo>
                    <a:pt x="1110" y="2056"/>
                  </a:lnTo>
                  <a:lnTo>
                    <a:pt x="1116" y="2051"/>
                  </a:lnTo>
                  <a:lnTo>
                    <a:pt x="1123" y="2047"/>
                  </a:lnTo>
                  <a:lnTo>
                    <a:pt x="1129" y="2043"/>
                  </a:lnTo>
                  <a:lnTo>
                    <a:pt x="1137" y="2041"/>
                  </a:lnTo>
                  <a:lnTo>
                    <a:pt x="1145" y="2039"/>
                  </a:lnTo>
                  <a:lnTo>
                    <a:pt x="1153" y="2038"/>
                  </a:lnTo>
                  <a:lnTo>
                    <a:pt x="1162" y="2037"/>
                  </a:lnTo>
                  <a:lnTo>
                    <a:pt x="1162" y="2037"/>
                  </a:lnTo>
                  <a:lnTo>
                    <a:pt x="1172" y="2038"/>
                  </a:lnTo>
                  <a:lnTo>
                    <a:pt x="1180" y="2039"/>
                  </a:lnTo>
                  <a:lnTo>
                    <a:pt x="1188" y="2041"/>
                  </a:lnTo>
                  <a:lnTo>
                    <a:pt x="1197" y="2043"/>
                  </a:lnTo>
                  <a:lnTo>
                    <a:pt x="1204" y="2048"/>
                  </a:lnTo>
                  <a:lnTo>
                    <a:pt x="1210" y="2052"/>
                  </a:lnTo>
                  <a:lnTo>
                    <a:pt x="1217" y="2057"/>
                  </a:lnTo>
                  <a:lnTo>
                    <a:pt x="1223" y="2063"/>
                  </a:lnTo>
                  <a:lnTo>
                    <a:pt x="1227" y="2070"/>
                  </a:lnTo>
                  <a:lnTo>
                    <a:pt x="1232" y="2078"/>
                  </a:lnTo>
                  <a:lnTo>
                    <a:pt x="1235" y="2086"/>
                  </a:lnTo>
                  <a:lnTo>
                    <a:pt x="1238" y="2096"/>
                  </a:lnTo>
                  <a:lnTo>
                    <a:pt x="1240" y="2106"/>
                  </a:lnTo>
                  <a:lnTo>
                    <a:pt x="1242" y="2116"/>
                  </a:lnTo>
                  <a:lnTo>
                    <a:pt x="1243" y="2127"/>
                  </a:lnTo>
                  <a:lnTo>
                    <a:pt x="1244" y="2139"/>
                  </a:lnTo>
                  <a:lnTo>
                    <a:pt x="1244" y="2266"/>
                  </a:lnTo>
                  <a:lnTo>
                    <a:pt x="1188" y="2266"/>
                  </a:lnTo>
                  <a:lnTo>
                    <a:pt x="1188" y="2142"/>
                  </a:lnTo>
                  <a:lnTo>
                    <a:pt x="1188" y="2142"/>
                  </a:lnTo>
                  <a:lnTo>
                    <a:pt x="1187" y="2130"/>
                  </a:lnTo>
                  <a:lnTo>
                    <a:pt x="1186" y="2118"/>
                  </a:lnTo>
                  <a:lnTo>
                    <a:pt x="1183" y="2109"/>
                  </a:lnTo>
                  <a:lnTo>
                    <a:pt x="1178" y="2101"/>
                  </a:lnTo>
                  <a:lnTo>
                    <a:pt x="1173" y="2096"/>
                  </a:lnTo>
                  <a:lnTo>
                    <a:pt x="1166" y="2091"/>
                  </a:lnTo>
                  <a:lnTo>
                    <a:pt x="1157" y="2089"/>
                  </a:lnTo>
                  <a:lnTo>
                    <a:pt x="1147" y="2088"/>
                  </a:lnTo>
                  <a:lnTo>
                    <a:pt x="1147" y="2088"/>
                  </a:lnTo>
                  <a:lnTo>
                    <a:pt x="1138" y="2089"/>
                  </a:lnTo>
                  <a:lnTo>
                    <a:pt x="1129" y="2091"/>
                  </a:lnTo>
                  <a:lnTo>
                    <a:pt x="1122" y="2096"/>
                  </a:lnTo>
                  <a:lnTo>
                    <a:pt x="1116" y="2102"/>
                  </a:lnTo>
                  <a:lnTo>
                    <a:pt x="1112" y="2109"/>
                  </a:lnTo>
                  <a:lnTo>
                    <a:pt x="1108" y="2119"/>
                  </a:lnTo>
                  <a:lnTo>
                    <a:pt x="1106" y="2130"/>
                  </a:lnTo>
                  <a:lnTo>
                    <a:pt x="1105" y="2142"/>
                  </a:lnTo>
                  <a:lnTo>
                    <a:pt x="1105" y="2266"/>
                  </a:lnTo>
                  <a:lnTo>
                    <a:pt x="1418" y="2058"/>
                  </a:lnTo>
                  <a:lnTo>
                    <a:pt x="1413" y="2053"/>
                  </a:lnTo>
                  <a:lnTo>
                    <a:pt x="1407" y="2049"/>
                  </a:lnTo>
                  <a:lnTo>
                    <a:pt x="1402" y="2046"/>
                  </a:lnTo>
                  <a:lnTo>
                    <a:pt x="1395" y="2042"/>
                  </a:lnTo>
                  <a:lnTo>
                    <a:pt x="1388" y="2040"/>
                  </a:lnTo>
                  <a:lnTo>
                    <a:pt x="1382" y="2039"/>
                  </a:lnTo>
                  <a:lnTo>
                    <a:pt x="1375" y="2038"/>
                  </a:lnTo>
                  <a:lnTo>
                    <a:pt x="1368" y="2037"/>
                  </a:lnTo>
                  <a:lnTo>
                    <a:pt x="1368" y="2037"/>
                  </a:lnTo>
                  <a:lnTo>
                    <a:pt x="1358" y="2038"/>
                  </a:lnTo>
                  <a:lnTo>
                    <a:pt x="1349" y="2039"/>
                  </a:lnTo>
                  <a:lnTo>
                    <a:pt x="1340" y="2041"/>
                  </a:lnTo>
                  <a:lnTo>
                    <a:pt x="1332" y="2046"/>
                  </a:lnTo>
                  <a:lnTo>
                    <a:pt x="1324" y="2049"/>
                  </a:lnTo>
                  <a:lnTo>
                    <a:pt x="1317" y="2055"/>
                  </a:lnTo>
                  <a:lnTo>
                    <a:pt x="1310" y="2061"/>
                  </a:lnTo>
                  <a:lnTo>
                    <a:pt x="1304" y="2068"/>
                  </a:lnTo>
                  <a:lnTo>
                    <a:pt x="1298" y="2076"/>
                  </a:lnTo>
                  <a:lnTo>
                    <a:pt x="1294" y="2085"/>
                  </a:lnTo>
                  <a:lnTo>
                    <a:pt x="1289" y="2093"/>
                  </a:lnTo>
                  <a:lnTo>
                    <a:pt x="1286" y="2105"/>
                  </a:lnTo>
                  <a:lnTo>
                    <a:pt x="1284" y="2115"/>
                  </a:lnTo>
                  <a:lnTo>
                    <a:pt x="1282" y="2127"/>
                  </a:lnTo>
                  <a:lnTo>
                    <a:pt x="1280" y="2139"/>
                  </a:lnTo>
                  <a:lnTo>
                    <a:pt x="1280" y="2151"/>
                  </a:lnTo>
                  <a:lnTo>
                    <a:pt x="1280" y="2151"/>
                  </a:lnTo>
                  <a:lnTo>
                    <a:pt x="1280" y="2166"/>
                  </a:lnTo>
                  <a:lnTo>
                    <a:pt x="1282" y="2178"/>
                  </a:lnTo>
                  <a:lnTo>
                    <a:pt x="1284" y="2190"/>
                  </a:lnTo>
                  <a:lnTo>
                    <a:pt x="1286" y="2202"/>
                  </a:lnTo>
                  <a:lnTo>
                    <a:pt x="1289" y="2212"/>
                  </a:lnTo>
                  <a:lnTo>
                    <a:pt x="1294" y="2222"/>
                  </a:lnTo>
                  <a:lnTo>
                    <a:pt x="1298" y="2231"/>
                  </a:lnTo>
                  <a:lnTo>
                    <a:pt x="1304" y="2239"/>
                  </a:lnTo>
                  <a:lnTo>
                    <a:pt x="1309" y="2247"/>
                  </a:lnTo>
                  <a:lnTo>
                    <a:pt x="1316" y="2252"/>
                  </a:lnTo>
                  <a:lnTo>
                    <a:pt x="1323" y="2258"/>
                  </a:lnTo>
                  <a:lnTo>
                    <a:pt x="1330" y="2262"/>
                  </a:lnTo>
                  <a:lnTo>
                    <a:pt x="1339" y="2266"/>
                  </a:lnTo>
                  <a:lnTo>
                    <a:pt x="1348" y="2269"/>
                  </a:lnTo>
                  <a:lnTo>
                    <a:pt x="1357" y="2270"/>
                  </a:lnTo>
                  <a:lnTo>
                    <a:pt x="1367" y="2271"/>
                  </a:lnTo>
                  <a:lnTo>
                    <a:pt x="1367" y="2271"/>
                  </a:lnTo>
                  <a:lnTo>
                    <a:pt x="1374" y="2270"/>
                  </a:lnTo>
                  <a:lnTo>
                    <a:pt x="1382" y="2269"/>
                  </a:lnTo>
                  <a:lnTo>
                    <a:pt x="1388" y="2268"/>
                  </a:lnTo>
                  <a:lnTo>
                    <a:pt x="1395" y="2266"/>
                  </a:lnTo>
                  <a:lnTo>
                    <a:pt x="1401" y="2262"/>
                  </a:lnTo>
                  <a:lnTo>
                    <a:pt x="1407" y="2259"/>
                  </a:lnTo>
                  <a:lnTo>
                    <a:pt x="1413" y="2255"/>
                  </a:lnTo>
                  <a:lnTo>
                    <a:pt x="1418" y="2249"/>
                  </a:lnTo>
                  <a:lnTo>
                    <a:pt x="1418" y="2255"/>
                  </a:lnTo>
                  <a:lnTo>
                    <a:pt x="1418" y="2255"/>
                  </a:lnTo>
                  <a:lnTo>
                    <a:pt x="1418" y="2264"/>
                  </a:lnTo>
                  <a:lnTo>
                    <a:pt x="1417" y="2274"/>
                  </a:lnTo>
                  <a:lnTo>
                    <a:pt x="1414" y="2284"/>
                  </a:lnTo>
                  <a:lnTo>
                    <a:pt x="1412" y="2288"/>
                  </a:lnTo>
                  <a:lnTo>
                    <a:pt x="1409" y="2293"/>
                  </a:lnTo>
                  <a:lnTo>
                    <a:pt x="1405" y="2297"/>
                  </a:lnTo>
                  <a:lnTo>
                    <a:pt x="1401" y="2301"/>
                  </a:lnTo>
                  <a:lnTo>
                    <a:pt x="1395" y="2305"/>
                  </a:lnTo>
                  <a:lnTo>
                    <a:pt x="1388" y="2308"/>
                  </a:lnTo>
                  <a:lnTo>
                    <a:pt x="1379" y="2310"/>
                  </a:lnTo>
                  <a:lnTo>
                    <a:pt x="1370" y="2313"/>
                  </a:lnTo>
                  <a:lnTo>
                    <a:pt x="1359" y="2314"/>
                  </a:lnTo>
                  <a:lnTo>
                    <a:pt x="1346" y="2314"/>
                  </a:lnTo>
                  <a:lnTo>
                    <a:pt x="1344" y="2314"/>
                  </a:lnTo>
                  <a:lnTo>
                    <a:pt x="1364" y="2357"/>
                  </a:lnTo>
                  <a:lnTo>
                    <a:pt x="1365" y="2357"/>
                  </a:lnTo>
                  <a:lnTo>
                    <a:pt x="1365" y="2357"/>
                  </a:lnTo>
                  <a:lnTo>
                    <a:pt x="1378" y="2357"/>
                  </a:lnTo>
                  <a:lnTo>
                    <a:pt x="1390" y="2356"/>
                  </a:lnTo>
                  <a:lnTo>
                    <a:pt x="1402" y="2353"/>
                  </a:lnTo>
                  <a:lnTo>
                    <a:pt x="1413" y="2350"/>
                  </a:lnTo>
                  <a:lnTo>
                    <a:pt x="1423" y="2346"/>
                  </a:lnTo>
                  <a:lnTo>
                    <a:pt x="1432" y="2341"/>
                  </a:lnTo>
                  <a:lnTo>
                    <a:pt x="1439" y="2336"/>
                  </a:lnTo>
                  <a:lnTo>
                    <a:pt x="1446" y="2329"/>
                  </a:lnTo>
                  <a:lnTo>
                    <a:pt x="1453" y="2321"/>
                  </a:lnTo>
                  <a:lnTo>
                    <a:pt x="1458" y="2314"/>
                  </a:lnTo>
                  <a:lnTo>
                    <a:pt x="1463" y="2304"/>
                  </a:lnTo>
                  <a:lnTo>
                    <a:pt x="1466" y="2294"/>
                  </a:lnTo>
                  <a:lnTo>
                    <a:pt x="1469" y="2284"/>
                  </a:lnTo>
                  <a:lnTo>
                    <a:pt x="1472" y="2271"/>
                  </a:lnTo>
                  <a:lnTo>
                    <a:pt x="1473" y="2259"/>
                  </a:lnTo>
                  <a:lnTo>
                    <a:pt x="1473" y="2246"/>
                  </a:lnTo>
                  <a:lnTo>
                    <a:pt x="1473" y="2042"/>
                  </a:lnTo>
                  <a:lnTo>
                    <a:pt x="1418" y="2042"/>
                  </a:lnTo>
                  <a:lnTo>
                    <a:pt x="1418" y="2058"/>
                  </a:lnTo>
                  <a:lnTo>
                    <a:pt x="1418" y="2198"/>
                  </a:lnTo>
                  <a:lnTo>
                    <a:pt x="1418" y="2198"/>
                  </a:lnTo>
                  <a:lnTo>
                    <a:pt x="1411" y="2206"/>
                  </a:lnTo>
                  <a:lnTo>
                    <a:pt x="1403" y="2214"/>
                  </a:lnTo>
                  <a:lnTo>
                    <a:pt x="1397" y="2216"/>
                  </a:lnTo>
                  <a:lnTo>
                    <a:pt x="1392" y="2218"/>
                  </a:lnTo>
                  <a:lnTo>
                    <a:pt x="1386" y="2219"/>
                  </a:lnTo>
                  <a:lnTo>
                    <a:pt x="1378" y="2220"/>
                  </a:lnTo>
                  <a:lnTo>
                    <a:pt x="1378" y="2220"/>
                  </a:lnTo>
                  <a:lnTo>
                    <a:pt x="1372" y="2219"/>
                  </a:lnTo>
                  <a:lnTo>
                    <a:pt x="1364" y="2217"/>
                  </a:lnTo>
                  <a:lnTo>
                    <a:pt x="1357" y="2214"/>
                  </a:lnTo>
                  <a:lnTo>
                    <a:pt x="1350" y="2207"/>
                  </a:lnTo>
                  <a:lnTo>
                    <a:pt x="1345" y="2198"/>
                  </a:lnTo>
                  <a:lnTo>
                    <a:pt x="1340" y="2186"/>
                  </a:lnTo>
                  <a:lnTo>
                    <a:pt x="1338" y="2170"/>
                  </a:lnTo>
                  <a:lnTo>
                    <a:pt x="1337" y="2150"/>
                  </a:lnTo>
                  <a:lnTo>
                    <a:pt x="1337" y="2150"/>
                  </a:lnTo>
                  <a:lnTo>
                    <a:pt x="1338" y="2133"/>
                  </a:lnTo>
                  <a:lnTo>
                    <a:pt x="1340" y="2119"/>
                  </a:lnTo>
                  <a:lnTo>
                    <a:pt x="1345" y="2108"/>
                  </a:lnTo>
                  <a:lnTo>
                    <a:pt x="1350" y="2100"/>
                  </a:lnTo>
                  <a:lnTo>
                    <a:pt x="1357" y="2095"/>
                  </a:lnTo>
                  <a:lnTo>
                    <a:pt x="1364" y="2090"/>
                  </a:lnTo>
                  <a:lnTo>
                    <a:pt x="1372" y="2089"/>
                  </a:lnTo>
                  <a:lnTo>
                    <a:pt x="1378" y="2088"/>
                  </a:lnTo>
                  <a:lnTo>
                    <a:pt x="1378" y="2088"/>
                  </a:lnTo>
                  <a:lnTo>
                    <a:pt x="1386" y="2089"/>
                  </a:lnTo>
                  <a:lnTo>
                    <a:pt x="1393" y="2090"/>
                  </a:lnTo>
                  <a:lnTo>
                    <a:pt x="1398" y="2092"/>
                  </a:lnTo>
                  <a:lnTo>
                    <a:pt x="1404" y="2096"/>
                  </a:lnTo>
                  <a:lnTo>
                    <a:pt x="1408" y="2099"/>
                  </a:lnTo>
                  <a:lnTo>
                    <a:pt x="1412" y="2102"/>
                  </a:lnTo>
                  <a:lnTo>
                    <a:pt x="1418" y="2110"/>
                  </a:lnTo>
                  <a:lnTo>
                    <a:pt x="1418" y="2110"/>
                  </a:lnTo>
                  <a:lnTo>
                    <a:pt x="1000" y="2042"/>
                  </a:lnTo>
                  <a:lnTo>
                    <a:pt x="1000" y="2139"/>
                  </a:lnTo>
                  <a:lnTo>
                    <a:pt x="1000" y="2266"/>
                  </a:lnTo>
                  <a:lnTo>
                    <a:pt x="945" y="2266"/>
                  </a:lnTo>
                  <a:lnTo>
                    <a:pt x="945" y="2042"/>
                  </a:lnTo>
                  <a:lnTo>
                    <a:pt x="1000" y="2010"/>
                  </a:lnTo>
                  <a:lnTo>
                    <a:pt x="945" y="2010"/>
                  </a:lnTo>
                  <a:lnTo>
                    <a:pt x="945" y="1954"/>
                  </a:lnTo>
                  <a:lnTo>
                    <a:pt x="1000" y="1954"/>
                  </a:lnTo>
                  <a:lnTo>
                    <a:pt x="1000" y="1982"/>
                  </a:lnTo>
                  <a:lnTo>
                    <a:pt x="2381" y="1949"/>
                  </a:lnTo>
                  <a:lnTo>
                    <a:pt x="2381" y="2144"/>
                  </a:lnTo>
                  <a:lnTo>
                    <a:pt x="2381" y="2266"/>
                  </a:lnTo>
                  <a:lnTo>
                    <a:pt x="2325" y="2266"/>
                  </a:lnTo>
                  <a:lnTo>
                    <a:pt x="2325" y="1977"/>
                  </a:lnTo>
                  <a:lnTo>
                    <a:pt x="856" y="762"/>
                  </a:lnTo>
                  <a:lnTo>
                    <a:pt x="856" y="498"/>
                  </a:lnTo>
                  <a:lnTo>
                    <a:pt x="400" y="498"/>
                  </a:lnTo>
                  <a:lnTo>
                    <a:pt x="400" y="290"/>
                  </a:lnTo>
                  <a:lnTo>
                    <a:pt x="905" y="290"/>
                  </a:lnTo>
                  <a:lnTo>
                    <a:pt x="737" y="0"/>
                  </a:lnTo>
                  <a:lnTo>
                    <a:pt x="22" y="0"/>
                  </a:lnTo>
                  <a:lnTo>
                    <a:pt x="22" y="1261"/>
                  </a:lnTo>
                  <a:lnTo>
                    <a:pt x="1030" y="1261"/>
                  </a:lnTo>
                  <a:lnTo>
                    <a:pt x="1030" y="970"/>
                  </a:lnTo>
                  <a:lnTo>
                    <a:pt x="400" y="970"/>
                  </a:lnTo>
                  <a:lnTo>
                    <a:pt x="400" y="762"/>
                  </a:lnTo>
                  <a:lnTo>
                    <a:pt x="1487" y="411"/>
                  </a:lnTo>
                  <a:lnTo>
                    <a:pt x="1274" y="0"/>
                  </a:lnTo>
                  <a:lnTo>
                    <a:pt x="856" y="0"/>
                  </a:lnTo>
                  <a:lnTo>
                    <a:pt x="1296" y="762"/>
                  </a:lnTo>
                  <a:lnTo>
                    <a:pt x="1296" y="1261"/>
                  </a:lnTo>
                  <a:lnTo>
                    <a:pt x="1673" y="1261"/>
                  </a:lnTo>
                  <a:lnTo>
                    <a:pt x="1673" y="762"/>
                  </a:lnTo>
                  <a:lnTo>
                    <a:pt x="2114" y="0"/>
                  </a:lnTo>
                  <a:lnTo>
                    <a:pt x="1702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123"/>
            </a:p>
          </p:txBody>
        </p:sp>
      </p:grpSp>
      <p:pic>
        <p:nvPicPr>
          <p:cNvPr id="174" name="Graphic 173">
            <a:extLst>
              <a:ext uri="{FF2B5EF4-FFF2-40B4-BE49-F238E27FC236}">
                <a16:creationId xmlns:a16="http://schemas.microsoft.com/office/drawing/2014/main" id="{16EC7F8A-510D-47E1-8C81-E7D29DC71A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7157" y="808302"/>
            <a:ext cx="2367926" cy="50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493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/>
        </p:nvSpPr>
        <p:spPr>
          <a:xfrm>
            <a:off x="436596" y="877070"/>
            <a:ext cx="4321490" cy="3947923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8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79727" y="2154167"/>
            <a:ext cx="3794294" cy="1079940"/>
          </a:xfr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79727" y="3357826"/>
            <a:ext cx="3794294" cy="1153377"/>
          </a:xfrm>
        </p:spPr>
        <p:txBody>
          <a:bodyPr/>
          <a:lstStyle>
            <a:lvl1pPr marL="0" indent="0" algn="l">
              <a:spcAft>
                <a:spcPts val="1052"/>
              </a:spcAft>
              <a:buNone/>
              <a:defRPr sz="1753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402" b="1">
                <a:solidFill>
                  <a:srgbClr val="404040"/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/>
        </p:nvSpPr>
        <p:spPr>
          <a:xfrm>
            <a:off x="404928" y="6178696"/>
            <a:ext cx="916003" cy="21779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052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8532" y="6635041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8532" y="6852878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4927" y="6519798"/>
            <a:ext cx="504862" cy="634933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789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/>
        </p:nvCxnSpPr>
        <p:spPr>
          <a:xfrm>
            <a:off x="1168532" y="6293181"/>
            <a:ext cx="7118994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">
            <a:extLst>
              <a:ext uri="{FF2B5EF4-FFF2-40B4-BE49-F238E27FC236}">
                <a16:creationId xmlns:a16="http://schemas.microsoft.com/office/drawing/2014/main" id="{63F02F42-4916-4588-807F-4BB7367EB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0BD928C5-1C7D-4599-A7E9-8AB1B188C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7C281E8-2924-471F-A849-26C37A059B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</p:spTree>
    <p:extLst>
      <p:ext uri="{BB962C8B-B14F-4D97-AF65-F5344CB8AC3E}">
        <p14:creationId xmlns:p14="http://schemas.microsoft.com/office/powerpoint/2010/main" val="374085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/>
        </p:nvSpPr>
        <p:spPr>
          <a:xfrm>
            <a:off x="436596" y="877070"/>
            <a:ext cx="4321490" cy="3947923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8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79727" y="2154167"/>
            <a:ext cx="3794294" cy="1079940"/>
          </a:xfr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79727" y="3357826"/>
            <a:ext cx="3794294" cy="1153377"/>
          </a:xfrm>
        </p:spPr>
        <p:txBody>
          <a:bodyPr/>
          <a:lstStyle>
            <a:lvl1pPr marL="0" indent="0" algn="l">
              <a:spcAft>
                <a:spcPts val="1052"/>
              </a:spcAft>
              <a:buNone/>
              <a:defRPr sz="1753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402" b="1">
                <a:solidFill>
                  <a:srgbClr val="404040"/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/>
        </p:nvSpPr>
        <p:spPr>
          <a:xfrm>
            <a:off x="404928" y="6178696"/>
            <a:ext cx="916003" cy="21779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052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928" y="6635041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928" y="6852878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/>
        </p:nvCxnSpPr>
        <p:spPr>
          <a:xfrm>
            <a:off x="1168532" y="6293181"/>
            <a:ext cx="7118994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5CE71800-5B4B-4F94-8DA1-A2C05D9E87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8FB548F-77B7-4F42-8CF1-C53943386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40005A69-42DA-4C6D-A41C-62C78DAFEF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</p:spTree>
    <p:extLst>
      <p:ext uri="{BB962C8B-B14F-4D97-AF65-F5344CB8AC3E}">
        <p14:creationId xmlns:p14="http://schemas.microsoft.com/office/powerpoint/2010/main" val="535188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/>
        </p:nvGrpSpPr>
        <p:grpSpPr>
          <a:xfrm>
            <a:off x="436597" y="6422761"/>
            <a:ext cx="3399074" cy="628534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moveTo>
                    <a:pt x="25" y="12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53"/>
                  </a:lnTo>
                  <a:lnTo>
                    <a:pt x="25" y="1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moveTo>
                    <a:pt x="1" y="53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close/>
                  <a:close/>
                  <a:lnTo>
                    <a:pt x="1" y="5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moveTo>
                    <a:pt x="26" y="20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moveTo>
                    <a:pt x="25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moveTo>
                    <a:pt x="24" y="22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39"/>
                  </a:lnTo>
                  <a:lnTo>
                    <a:pt x="24" y="2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6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moveTo>
                    <a:pt x="27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moveTo>
                    <a:pt x="24" y="26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53"/>
                  </a:lnTo>
                  <a:lnTo>
                    <a:pt x="24" y="26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moveTo>
                    <a:pt x="27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Group 4">
            <a:extLst>
              <a:ext uri="{FF2B5EF4-FFF2-40B4-BE49-F238E27FC236}">
                <a16:creationId xmlns:a16="http://schemas.microsoft.com/office/drawing/2014/main" id="{9D60B6B0-F7ED-4B9F-A77C-632AC4EA661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C1B45B9-64DF-4C5B-9711-FA69AD537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BA55CB73-EE25-43B6-9720-855E16C4B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828184" y="2379158"/>
            <a:ext cx="4193057" cy="948432"/>
          </a:xfrm>
          <a:prstGeom prst="rect">
            <a:avLst/>
          </a:prstGeo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828353" y="3527770"/>
            <a:ext cx="4214220" cy="7118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753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402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/>
        </p:nvSpPr>
        <p:spPr>
          <a:xfrm>
            <a:off x="428928" y="797699"/>
            <a:ext cx="4979329" cy="3806176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28928" y="4433241"/>
            <a:ext cx="132918" cy="167163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679020" y="4433241"/>
            <a:ext cx="132918" cy="167163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929008" y="4433241"/>
            <a:ext cx="132918" cy="167163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578" dirty="0"/>
          </a:p>
        </p:txBody>
      </p:sp>
    </p:spTree>
    <p:extLst>
      <p:ext uri="{BB962C8B-B14F-4D97-AF65-F5344CB8AC3E}">
        <p14:creationId xmlns:p14="http://schemas.microsoft.com/office/powerpoint/2010/main" val="3402411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/>
        </p:nvGrpSpPr>
        <p:grpSpPr>
          <a:xfrm>
            <a:off x="436597" y="6422761"/>
            <a:ext cx="3399074" cy="628534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moveTo>
                    <a:pt x="25" y="12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53"/>
                  </a:lnTo>
                  <a:lnTo>
                    <a:pt x="25" y="1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moveTo>
                    <a:pt x="1" y="53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close/>
                  <a:close/>
                  <a:lnTo>
                    <a:pt x="1" y="53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moveTo>
                    <a:pt x="26" y="20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moveTo>
                    <a:pt x="25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6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moveTo>
                    <a:pt x="24" y="22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39"/>
                  </a:lnTo>
                  <a:lnTo>
                    <a:pt x="24" y="22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6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close/>
                  <a:close/>
                  <a:lnTo>
                    <a:pt x="25" y="16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moveTo>
                    <a:pt x="25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5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close/>
                  <a:close/>
                  <a:lnTo>
                    <a:pt x="25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moveTo>
                    <a:pt x="26" y="17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close/>
                  <a:close/>
                  <a:lnTo>
                    <a:pt x="26" y="17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moveTo>
                    <a:pt x="27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moveTo>
                    <a:pt x="24" y="26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53"/>
                  </a:lnTo>
                  <a:lnTo>
                    <a:pt x="24" y="26"/>
                  </a:ln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moveTo>
                    <a:pt x="27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E95BC52-A56D-4358-A294-750179EBB698}"/>
              </a:ext>
            </a:extLst>
          </p:cNvPr>
          <p:cNvGrpSpPr/>
          <p:nvPr/>
        </p:nvGrpSpPr>
        <p:grpSpPr>
          <a:xfrm>
            <a:off x="428928" y="965692"/>
            <a:ext cx="4255650" cy="3719734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578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578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578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578" dirty="0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id="{C5FADEE5-07C4-41A9-88D6-C6D2ED1362B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5A2C465B-7D43-431D-A35E-50762E769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C35E6C1-71A8-4C9D-A1A5-682B0BD0A0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184" y="2379158"/>
            <a:ext cx="3506369" cy="948432"/>
          </a:xfrm>
          <a:prstGeom prst="rect">
            <a:avLst/>
          </a:prstGeo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352" y="3527770"/>
            <a:ext cx="3524067" cy="7118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753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402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4295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DA9741B6-D337-4A18-8ECB-FB21A6953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91" y="1254346"/>
            <a:ext cx="9622632" cy="54541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369FE1-2141-4E78-8B01-84E57EEF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3E5D-D4D4-47A0-B3D2-9C348E301267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482B3-B946-42D6-98EA-72EE48EE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DD5AC-66F0-425C-A9DE-048451319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99084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5E823-546D-4100-9D33-42F450A3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E02A-78D6-48B7-A389-464ED573BA5D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EA008-3E80-49A8-A128-C1EEB8A0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92330-2E70-49F4-A5DA-F82320E7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58493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6502" y="1"/>
            <a:ext cx="3505313" cy="678596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2" y="324301"/>
            <a:ext cx="6525011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4591" y="1254347"/>
            <a:ext cx="6398112" cy="963159"/>
          </a:xfrm>
        </p:spPr>
        <p:txBody>
          <a:bodyPr/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34591" y="2547892"/>
            <a:ext cx="3137961" cy="4238074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794743" y="2547892"/>
            <a:ext cx="3137961" cy="1383139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94743" y="4670201"/>
            <a:ext cx="3137961" cy="2143076"/>
          </a:xfrm>
        </p:spPr>
        <p:txBody>
          <a:bodyPr numCol="1"/>
          <a:lstStyle>
            <a:lvl1pPr marL="0" indent="0">
              <a:buNone/>
              <a:defRPr sz="1578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676993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3C7F4-1F66-48B4-8A7F-96C64986A20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E49E8CE-5235-4494-B0FD-9ECC8206E96E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F1198-1F5C-4C8B-A7E4-2658430FBC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A2D1B-5973-42E9-87B4-02C40C0EF1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98620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089971" cy="755967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416" y="324301"/>
            <a:ext cx="7793808" cy="650807"/>
          </a:xfrm>
        </p:spPr>
        <p:txBody>
          <a:bodyPr/>
          <a:lstStyle>
            <a:lvl1pPr>
              <a:defRPr sz="210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362415" y="1254347"/>
            <a:ext cx="2404127" cy="5531619"/>
          </a:xfrm>
        </p:spPr>
        <p:txBody>
          <a:bodyPr/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19769" y="1254347"/>
            <a:ext cx="2457558" cy="5531619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730553" y="1254348"/>
            <a:ext cx="2426669" cy="3082239"/>
          </a:xfrm>
        </p:spPr>
        <p:txBody>
          <a:bodyPr numCol="1"/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2pPr marL="312574" indent="0">
              <a:buNone/>
              <a:defRPr sz="1578">
                <a:solidFill>
                  <a:schemeClr val="bg1"/>
                </a:solidFill>
              </a:defRPr>
            </a:lvl2pPr>
            <a:lvl3pPr marL="625148" indent="0">
              <a:buNone/>
              <a:defRPr sz="1402">
                <a:solidFill>
                  <a:schemeClr val="bg1"/>
                </a:solidFill>
              </a:defRPr>
            </a:lvl3pPr>
            <a:lvl4pPr marL="937722" indent="0">
              <a:buNone/>
              <a:defRPr sz="1227">
                <a:solidFill>
                  <a:schemeClr val="bg1"/>
                </a:solidFill>
              </a:defRPr>
            </a:lvl4pPr>
            <a:lvl5pPr marL="1250296" indent="0"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416" y="1000626"/>
            <a:ext cx="779380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571DE-086F-444C-976E-D386CED54CF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FB1ADCF-7548-48F2-B4E3-18B2C0EE8460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78D09-F6E9-4981-B6E0-209D099207E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170B6-45D3-4E0A-A799-1F973EAAC5E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909431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591" y="1254346"/>
            <a:ext cx="7221232" cy="532947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578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402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227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54617-5A1F-4D8E-8075-F2918D0E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D130-B426-4A46-85E5-B0049A4DA5C7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AB026-E283-44F4-8795-98438568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657FA-64A4-4818-8A20-F1ACA6AC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26581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228" y="3143275"/>
            <a:ext cx="3898482" cy="1325333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155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12574" marR="0" lvl="0" indent="-312574" defTabSz="88341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C2D9D-B0D7-494E-9184-FCD6E94AAC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A95EDC0-9791-477B-BA1D-1692FE9BFBAA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FD91A-AB40-450B-8784-9A5D99C62D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E5F90-7113-4FA1-AFCF-3BC8EF0100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481026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228" y="3143275"/>
            <a:ext cx="3898482" cy="1325333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155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12574" marR="0" lvl="0" indent="-312574" defTabSz="88341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C87A56-4269-4E89-A9DC-9C8F44424A9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BFBFE83-FB75-47BB-81F0-F0FF13E5BA5A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FA45C8-6E1A-407F-B671-050EFF0814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593FC-3F10-4238-9F6D-C447302109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28637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/>
        </p:nvSpPr>
        <p:spPr>
          <a:xfrm>
            <a:off x="418397" y="1641266"/>
            <a:ext cx="2049589" cy="946710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9817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950" y="2785290"/>
            <a:ext cx="4638420" cy="1984167"/>
          </a:xfrm>
        </p:spPr>
        <p:txBody>
          <a:bodyPr lIns="90000" tIns="46800" rIns="90000" bIns="46800"/>
          <a:lstStyle>
            <a:lvl1pPr marL="0" indent="0">
              <a:buNone/>
              <a:defRPr lang="en-US" sz="2454" dirty="0" smtClean="0">
                <a:latin typeface="Georgia" panose="02040502050405020303" pitchFamily="18" charset="0"/>
              </a:defRPr>
            </a:lvl1pPr>
          </a:lstStyle>
          <a:p>
            <a:pPr marL="312574" lvl="0" indent="-312574"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9950" y="5106766"/>
            <a:ext cx="4638420" cy="349255"/>
          </a:xfrm>
        </p:spPr>
        <p:txBody>
          <a:bodyPr lIns="90000" tIns="46800" rIns="90000" bIns="46800"/>
          <a:lstStyle>
            <a:lvl1pPr marL="0" indent="0" algn="l" defTabSz="801472" rtl="0" eaLnBrk="1" latinLnBrk="0" hangingPunct="1">
              <a:spcBef>
                <a:spcPts val="0"/>
              </a:spcBef>
              <a:spcAft>
                <a:spcPts val="526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402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12574" indent="0">
              <a:buNone/>
              <a:defRPr lang="en-US" sz="1753" smtClean="0">
                <a:latin typeface="+mn-lt"/>
              </a:defRPr>
            </a:lvl2pPr>
            <a:lvl3pPr>
              <a:defRPr lang="en-US" sz="1578" smtClean="0">
                <a:latin typeface="+mn-lt"/>
              </a:defRPr>
            </a:lvl3pPr>
            <a:lvl4pPr>
              <a:defRPr lang="en-US" sz="1402" smtClean="0">
                <a:latin typeface="+mn-lt"/>
              </a:defRPr>
            </a:lvl4pPr>
            <a:lvl5pPr>
              <a:defRPr lang="en-IN" sz="1402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950" y="5480094"/>
            <a:ext cx="4638420" cy="349255"/>
          </a:xfrm>
        </p:spPr>
        <p:txBody>
          <a:bodyPr lIns="90000" tIns="46800" rIns="90000" bIns="46800"/>
          <a:lstStyle>
            <a:lvl1pPr marL="0" indent="0" algn="l" defTabSz="801472" rtl="0" eaLnBrk="1" latinLnBrk="0" hangingPunct="1">
              <a:spcBef>
                <a:spcPts val="0"/>
              </a:spcBef>
              <a:spcAft>
                <a:spcPts val="526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402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12574" indent="0">
              <a:buNone/>
              <a:defRPr lang="en-US" sz="1753" smtClean="0">
                <a:latin typeface="+mn-lt"/>
              </a:defRPr>
            </a:lvl2pPr>
            <a:lvl3pPr>
              <a:defRPr lang="en-US" sz="1578" smtClean="0">
                <a:latin typeface="+mn-lt"/>
              </a:defRPr>
            </a:lvl3pPr>
            <a:lvl4pPr>
              <a:defRPr lang="en-US" sz="1402" smtClean="0">
                <a:latin typeface="+mn-lt"/>
              </a:defRPr>
            </a:lvl4pPr>
            <a:lvl5pPr>
              <a:defRPr lang="en-IN" sz="1402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167057265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697" y="2271027"/>
            <a:ext cx="4638420" cy="333507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454" dirty="0" smtClean="0">
                <a:latin typeface="Georgia" panose="02040502050405020303" pitchFamily="18" charset="0"/>
              </a:defRPr>
            </a:lvl1pPr>
          </a:lstStyle>
          <a:p>
            <a:pPr marL="312574" lvl="0" indent="-312574" algn="ctr"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26697" y="6070093"/>
            <a:ext cx="4638420" cy="34925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402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12574" lvl="0" indent="-312574" algn="ctr">
              <a:spcBef>
                <a:spcPts val="0"/>
              </a:spcBef>
              <a:spcAft>
                <a:spcPts val="526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26697" y="6414058"/>
            <a:ext cx="4638420" cy="349255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402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12574" lvl="0" indent="-312574" algn="ctr">
              <a:spcBef>
                <a:spcPts val="0"/>
              </a:spcBef>
              <a:spcAft>
                <a:spcPts val="526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/>
        </p:nvSpPr>
        <p:spPr>
          <a:xfrm>
            <a:off x="4321112" y="1080034"/>
            <a:ext cx="2049589" cy="9729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9817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149322389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58102" y="0"/>
            <a:ext cx="5233711" cy="75596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4046" y="2842586"/>
            <a:ext cx="3977506" cy="1163723"/>
          </a:xfrm>
        </p:spPr>
        <p:txBody>
          <a:bodyPr/>
          <a:lstStyle>
            <a:lvl1pPr marL="0" indent="0">
              <a:buNone/>
              <a:defRPr sz="2630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4046" y="4233312"/>
            <a:ext cx="3977506" cy="1163723"/>
          </a:xfrm>
        </p:spPr>
        <p:txBody>
          <a:bodyPr/>
          <a:lstStyle>
            <a:lvl1pPr marL="0" indent="0">
              <a:buNone/>
              <a:defRPr sz="1402"/>
            </a:lvl1pPr>
          </a:lstStyle>
          <a:p>
            <a:pPr lvl="0"/>
            <a:r>
              <a:rPr lang="en-IN" dirty="0"/>
              <a:t>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ABBDA-A77F-45A2-9996-90CD0EE5C38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057AB47-DE48-402E-B5B7-CB9A0D0B7D44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83B36-3BA3-42B4-A811-65C0AF01A86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9C98C-F30E-45BC-A1D9-67DB57119D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709447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34590" y="1254347"/>
            <a:ext cx="4345237" cy="4704081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IN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2455" y="4203444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2455" y="4470913"/>
            <a:ext cx="2707739" cy="198417"/>
          </a:xfrm>
        </p:spPr>
        <p:txBody>
          <a:bodyPr/>
          <a:lstStyle>
            <a:lvl1pPr marL="0" indent="0">
              <a:buNone/>
              <a:defRPr sz="1052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66796" y="3944174"/>
            <a:ext cx="682755" cy="85865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789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6796" y="1254347"/>
            <a:ext cx="4790427" cy="41205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6796" y="1802295"/>
            <a:ext cx="4790427" cy="1776440"/>
          </a:xfrm>
        </p:spPr>
        <p:txBody>
          <a:bodyPr/>
          <a:lstStyle>
            <a:lvl1pPr marL="0" indent="0">
              <a:buNone/>
              <a:defRPr sz="1402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sp>
        <p:nvSpPr>
          <p:cNvPr id="20" name="Line 10">
            <a:extLst>
              <a:ext uri="{FF2B5EF4-FFF2-40B4-BE49-F238E27FC236}">
                <a16:creationId xmlns:a16="http://schemas.microsoft.com/office/drawing/2014/main" id="{B69EB865-6B86-419B-923C-F7DDC68C9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661012-3455-4F88-94AD-14869D2D540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86AD1DFC-053D-4B86-B715-9C611EC38679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FBA45-9D10-4CA1-B5FE-DF08BC4B79D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C45D8-BA71-4A92-82B2-C059AF6B67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034817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4C1DA39D-5D13-4872-BC0A-CB8AB5BA72E1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252450" y="7133348"/>
            <a:ext cx="1044134" cy="1984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AD1DFC-053D-4B86-B715-9C611EC38679}" type="datetime3">
              <a:rPr lang="en-US" smtClean="0"/>
              <a:pPr/>
              <a:t>14 February 2025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6805F9C-AE33-484C-B4D0-CAEB9CD9CE0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839138" y="7133348"/>
            <a:ext cx="2704956" cy="1984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804EB2-F7DB-4D56-A6D4-7706480DB27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540992" y="7133348"/>
            <a:ext cx="581175" cy="1984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76778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08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591" y="1254346"/>
            <a:ext cx="7221232" cy="532947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12574">
              <a:defRPr>
                <a:solidFill>
                  <a:schemeClr val="bg1"/>
                </a:solidFill>
              </a:defRPr>
            </a:lvl2pPr>
            <a:lvl3pPr marL="625148">
              <a:defRPr>
                <a:solidFill>
                  <a:schemeClr val="bg1"/>
                </a:solidFill>
              </a:defRPr>
            </a:lvl3pPr>
            <a:lvl4pPr marL="937722">
              <a:defRPr>
                <a:solidFill>
                  <a:schemeClr val="bg1"/>
                </a:solidFill>
              </a:defRPr>
            </a:lvl4pPr>
            <a:lvl5pPr marL="1250296">
              <a:defRPr sz="1052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FDBB3-7C34-4E5E-AD13-1B49910A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4D46D-36B7-425F-AEB7-676F0E436ACC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0F565-A080-4523-A04C-6DEE2789C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77AFB-BAAB-4831-9B67-3646A934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249933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1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197511-0A94-4CF5-9020-59041E7F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83591-978A-463D-B9B3-9852A288C9B6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EF30F-48C0-4828-BF78-0AF65574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84586F-9A9C-4BEB-AF2F-2F8B1B88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520077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1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591" y="1254345"/>
            <a:ext cx="4722218" cy="5329472"/>
          </a:xfrm>
        </p:spPr>
        <p:txBody>
          <a:bodyPr/>
          <a:lstStyle>
            <a:lvl1pPr>
              <a:defRPr sz="1753">
                <a:solidFill>
                  <a:schemeClr val="bg1"/>
                </a:solidFill>
              </a:defRPr>
            </a:lvl1pPr>
            <a:lvl2pPr>
              <a:defRPr sz="1578">
                <a:solidFill>
                  <a:schemeClr val="bg1"/>
                </a:solidFill>
              </a:defRPr>
            </a:lvl2pPr>
            <a:lvl3pPr>
              <a:defRPr sz="1402">
                <a:solidFill>
                  <a:schemeClr val="bg1"/>
                </a:solidFill>
              </a:defRPr>
            </a:lvl3pPr>
            <a:lvl4pPr>
              <a:defRPr sz="1227">
                <a:solidFill>
                  <a:schemeClr val="bg1"/>
                </a:solidFill>
              </a:defRPr>
            </a:lvl4pPr>
            <a:lvl5pPr>
              <a:defRPr sz="1052">
                <a:solidFill>
                  <a:schemeClr val="bg1"/>
                </a:solidFill>
              </a:defRPr>
            </a:lvl5pPr>
            <a:lvl6pPr>
              <a:defRPr sz="1578"/>
            </a:lvl6pPr>
            <a:lvl7pPr>
              <a:defRPr sz="1578"/>
            </a:lvl7pPr>
            <a:lvl8pPr>
              <a:defRPr sz="1578"/>
            </a:lvl8pPr>
            <a:lvl9pPr>
              <a:defRPr sz="15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5005" y="1254345"/>
            <a:ext cx="4722218" cy="5329472"/>
          </a:xfrm>
        </p:spPr>
        <p:txBody>
          <a:bodyPr/>
          <a:lstStyle>
            <a:lvl1pPr>
              <a:defRPr sz="1753">
                <a:solidFill>
                  <a:schemeClr val="bg1"/>
                </a:solidFill>
              </a:defRPr>
            </a:lvl1pPr>
            <a:lvl2pPr>
              <a:defRPr sz="1578">
                <a:solidFill>
                  <a:schemeClr val="bg1"/>
                </a:solidFill>
              </a:defRPr>
            </a:lvl2pPr>
            <a:lvl3pPr>
              <a:defRPr sz="1402">
                <a:solidFill>
                  <a:schemeClr val="bg1"/>
                </a:solidFill>
              </a:defRPr>
            </a:lvl3pPr>
            <a:lvl4pPr>
              <a:defRPr sz="1227">
                <a:solidFill>
                  <a:schemeClr val="bg1"/>
                </a:solidFill>
              </a:defRPr>
            </a:lvl4pPr>
            <a:lvl5pPr>
              <a:defRPr sz="1052">
                <a:solidFill>
                  <a:schemeClr val="bg1"/>
                </a:solidFill>
              </a:defRPr>
            </a:lvl5pPr>
            <a:lvl6pPr>
              <a:defRPr sz="1578"/>
            </a:lvl6pPr>
            <a:lvl7pPr>
              <a:defRPr sz="1578"/>
            </a:lvl7pPr>
            <a:lvl8pPr>
              <a:defRPr sz="1578"/>
            </a:lvl8pPr>
            <a:lvl9pPr>
              <a:defRPr sz="15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DE21E-2E07-4ED3-B534-8AED469C8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AE4F-17A3-4837-8418-FB6AD56A8907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01461-720E-4840-BF9B-D9C7BF8C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CE970-AAFF-42C7-8A32-759BAA7B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949370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984" y="2060712"/>
            <a:ext cx="4727129" cy="4691535"/>
          </a:xfrm>
        </p:spPr>
        <p:txBody>
          <a:bodyPr/>
          <a:lstStyle>
            <a:lvl1pPr>
              <a:defRPr sz="1753">
                <a:solidFill>
                  <a:schemeClr val="bg1"/>
                </a:solidFill>
              </a:defRPr>
            </a:lvl1pPr>
            <a:lvl2pPr>
              <a:defRPr sz="1578">
                <a:solidFill>
                  <a:schemeClr val="bg1"/>
                </a:solidFill>
              </a:defRPr>
            </a:lvl2pPr>
            <a:lvl3pPr>
              <a:defRPr sz="1402">
                <a:solidFill>
                  <a:schemeClr val="bg1"/>
                </a:solidFill>
              </a:defRPr>
            </a:lvl3pPr>
            <a:lvl4pPr>
              <a:defRPr sz="1227">
                <a:solidFill>
                  <a:schemeClr val="bg1"/>
                </a:solidFill>
              </a:defRPr>
            </a:lvl4pPr>
            <a:lvl5pPr>
              <a:defRPr sz="1052">
                <a:solidFill>
                  <a:schemeClr val="bg1"/>
                </a:solidFill>
              </a:defRPr>
            </a:lvl5pPr>
            <a:lvl6pPr>
              <a:defRPr sz="1578"/>
            </a:lvl6pPr>
            <a:lvl7pPr>
              <a:defRPr sz="1578"/>
            </a:lvl7pPr>
            <a:lvl8pPr>
              <a:defRPr sz="1578"/>
            </a:lvl8pPr>
            <a:lvl9pPr>
              <a:defRPr sz="15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957" y="2060712"/>
            <a:ext cx="4727129" cy="4691535"/>
          </a:xfrm>
        </p:spPr>
        <p:txBody>
          <a:bodyPr/>
          <a:lstStyle>
            <a:lvl1pPr>
              <a:defRPr sz="1753">
                <a:solidFill>
                  <a:schemeClr val="bg1"/>
                </a:solidFill>
              </a:defRPr>
            </a:lvl1pPr>
            <a:lvl2pPr>
              <a:defRPr sz="1578">
                <a:solidFill>
                  <a:schemeClr val="bg1"/>
                </a:solidFill>
              </a:defRPr>
            </a:lvl2pPr>
            <a:lvl3pPr>
              <a:defRPr sz="1402">
                <a:solidFill>
                  <a:schemeClr val="bg1"/>
                </a:solidFill>
              </a:defRPr>
            </a:lvl3pPr>
            <a:lvl4pPr>
              <a:defRPr sz="1227">
                <a:solidFill>
                  <a:schemeClr val="bg1"/>
                </a:solidFill>
              </a:defRPr>
            </a:lvl4pPr>
            <a:lvl5pPr>
              <a:defRPr sz="1052">
                <a:solidFill>
                  <a:schemeClr val="bg1"/>
                </a:solidFill>
              </a:defRPr>
            </a:lvl5pPr>
            <a:lvl6pPr>
              <a:defRPr sz="1578"/>
            </a:lvl6pPr>
            <a:lvl7pPr>
              <a:defRPr sz="1578"/>
            </a:lvl7pPr>
            <a:lvl8pPr>
              <a:defRPr sz="1578"/>
            </a:lvl8pPr>
            <a:lvl9pPr>
              <a:defRPr sz="15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534591" y="1254346"/>
            <a:ext cx="4727129" cy="706363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33957" y="1254346"/>
            <a:ext cx="4727129" cy="706363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1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91" y="1000626"/>
            <a:ext cx="962393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78" noProof="0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CD3F7-62DC-4CC4-8F34-C353DB087D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9E1942-EB53-47E3-BCA7-F99D05C795EC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EC01-3D34-4D32-9B76-5269D1AA46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E1C2B-4DA4-468F-9976-85F6CBF82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14219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B5C6B-B98B-4A4C-A8A7-B006989B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88E1-FE33-48AD-9218-9258D62CDCC4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F6675-2050-4038-B9E1-B80DB63D7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4D6F3-1431-4069-B814-25584667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78891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7186E-D73E-46D0-965A-D83686BA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E8F4A-3FA1-4A64-AE77-2254BB85F3D2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F40EA-FE63-4D50-8C90-EC25A860C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7420B-CF82-4784-8E9C-5C496E27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715796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D5388A-86DF-494E-B137-EE20B7E1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BADE3-2F67-4EB8-B1F9-B00F8B809757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7E548-6FF4-4D89-ADE0-60181F536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B0A8B-D001-432B-877C-21558412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3201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9F631-BCA2-47E9-B382-A1254CE49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9080-1DFC-4303-893C-6B8A3FEC05E8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1D1872-1F65-44DE-8D43-3328C27B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C50CF-7368-4D25-B2B5-360BA59E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6434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88154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0691813" cy="75596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43830C-23AE-48E4-B9DE-E91E6CE0B8B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8381BA6-C3FD-495B-9B56-A30783EC7416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742A9-BF69-4BF2-966C-3D76FC687F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5F912-EBE8-413B-A241-0FB3A540BA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658226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223874-3AD1-4756-B25E-8234DD371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" y="0"/>
            <a:ext cx="10686247" cy="7559675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2734" y="792717"/>
            <a:ext cx="4099931" cy="5743129"/>
          </a:xfrm>
        </p:spPr>
        <p:txBody>
          <a:bodyPr/>
          <a:lstStyle>
            <a:lvl1pPr marL="0" indent="0" algn="l" defTabSz="872436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052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54451" indent="-154451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0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65582" indent="-165582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01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985693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C94B4409-2B48-4C2E-B122-78CAC0F69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" y="0"/>
            <a:ext cx="10686247" cy="7559675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2734" y="792717"/>
            <a:ext cx="4099931" cy="5743129"/>
          </a:xfrm>
        </p:spPr>
        <p:txBody>
          <a:bodyPr/>
          <a:lstStyle>
            <a:lvl1pPr marL="0" indent="0" algn="l" defTabSz="872436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052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54451" indent="-154451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0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65582" indent="-165582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01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1570694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512A84B0-F10A-4A02-AD57-E01F7676B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" y="0"/>
            <a:ext cx="10686252" cy="7559675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32734" y="792717"/>
            <a:ext cx="4099931" cy="5743129"/>
          </a:xfrm>
        </p:spPr>
        <p:txBody>
          <a:bodyPr/>
          <a:lstStyle>
            <a:lvl1pPr marL="0" indent="0" algn="l" defTabSz="872436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052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54451" indent="-154451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89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70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65582" indent="-165582" algn="l" defTabSz="872436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701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515810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23404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white circle with yellow lines&#10;&#10;Description automatically generated">
            <a:extLst>
              <a:ext uri="{FF2B5EF4-FFF2-40B4-BE49-F238E27FC236}">
                <a16:creationId xmlns:a16="http://schemas.microsoft.com/office/drawing/2014/main" id="{19C03405-DDBC-D7EF-EE8B-1E3539F68E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"/>
          <a:stretch/>
        </p:blipFill>
        <p:spPr>
          <a:xfrm>
            <a:off x="0" y="0"/>
            <a:ext cx="10691813" cy="7559675"/>
          </a:xfrm>
          <a:prstGeom prst="rect">
            <a:avLst/>
          </a:prstGeom>
        </p:spPr>
      </p:pic>
      <p:sp>
        <p:nvSpPr>
          <p:cNvPr id="2" name="Right Triangle 1">
            <a:extLst>
              <a:ext uri="{FF2B5EF4-FFF2-40B4-BE49-F238E27FC236}">
                <a16:creationId xmlns:a16="http://schemas.microsoft.com/office/drawing/2014/main" id="{D44C8846-825E-EE10-3034-35D6DD60D3B6}"/>
              </a:ext>
            </a:extLst>
          </p:cNvPr>
          <p:cNvSpPr/>
          <p:nvPr userDrawn="1"/>
        </p:nvSpPr>
        <p:spPr>
          <a:xfrm rot="10800000">
            <a:off x="8345773" y="0"/>
            <a:ext cx="2346040" cy="2042016"/>
          </a:xfrm>
          <a:prstGeom prst="rtTriangle">
            <a:avLst/>
          </a:prstGeom>
          <a:solidFill>
            <a:srgbClr val="2D2E3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26496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2A4959B-EEEF-BC01-5212-50777D4986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205" t="28614" r="25302" b="28614"/>
          <a:stretch/>
        </p:blipFill>
        <p:spPr>
          <a:xfrm>
            <a:off x="-1" y="0"/>
            <a:ext cx="10691814" cy="75596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8599072-661E-0DE6-3E5C-F590384F43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338" y="366626"/>
            <a:ext cx="9863138" cy="6826424"/>
          </a:xfrm>
          <a:prstGeom prst="rect">
            <a:avLst/>
          </a:prstGeom>
        </p:spPr>
      </p:pic>
      <p:sp>
        <p:nvSpPr>
          <p:cNvPr id="4" name="Graphic 13">
            <a:extLst>
              <a:ext uri="{FF2B5EF4-FFF2-40B4-BE49-F238E27FC236}">
                <a16:creationId xmlns:a16="http://schemas.microsoft.com/office/drawing/2014/main" id="{20A8FE85-EEEB-6044-3D3D-FB1D8CE487C1}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0"/>
            <a:ext cx="2904100" cy="7559362"/>
          </a:xfrm>
          <a:custGeom>
            <a:avLst/>
            <a:gdLst>
              <a:gd name="connsiteX0" fmla="*/ 2333149 w 2333244"/>
              <a:gd name="connsiteY0" fmla="*/ 5357051 h 6073425"/>
              <a:gd name="connsiteX1" fmla="*/ 2225612 w 2333244"/>
              <a:gd name="connsiteY1" fmla="*/ 6073426 h 6073425"/>
              <a:gd name="connsiteX2" fmla="*/ 0 w 2333244"/>
              <a:gd name="connsiteY2" fmla="*/ 6073426 h 6073425"/>
              <a:gd name="connsiteX3" fmla="*/ 0 w 2333244"/>
              <a:gd name="connsiteY3" fmla="*/ 0 h 6073425"/>
              <a:gd name="connsiteX4" fmla="*/ 878015 w 2333244"/>
              <a:gd name="connsiteY4" fmla="*/ 0 h 6073425"/>
              <a:gd name="connsiteX5" fmla="*/ 876110 w 2333244"/>
              <a:gd name="connsiteY5" fmla="*/ 3619 h 6073425"/>
              <a:gd name="connsiteX6" fmla="*/ 717899 w 2333244"/>
              <a:gd name="connsiteY6" fmla="*/ 1297400 h 6073425"/>
              <a:gd name="connsiteX7" fmla="*/ 1233107 w 2333244"/>
              <a:gd name="connsiteY7" fmla="*/ 2631281 h 6073425"/>
              <a:gd name="connsiteX8" fmla="*/ 1949863 w 2333244"/>
              <a:gd name="connsiteY8" fmla="*/ 3914204 h 6073425"/>
              <a:gd name="connsiteX9" fmla="*/ 2330291 w 2333244"/>
              <a:gd name="connsiteY9" fmla="*/ 5238941 h 6073425"/>
              <a:gd name="connsiteX10" fmla="*/ 2333244 w 2333244"/>
              <a:gd name="connsiteY10" fmla="*/ 5357051 h 6073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33244" h="6073425">
                <a:moveTo>
                  <a:pt x="2333149" y="5357051"/>
                </a:moveTo>
                <a:cubicBezTo>
                  <a:pt x="2333149" y="5587175"/>
                  <a:pt x="2299716" y="5856447"/>
                  <a:pt x="2225612" y="6073426"/>
                </a:cubicBezTo>
                <a:cubicBezTo>
                  <a:pt x="877348" y="1238"/>
                  <a:pt x="876586" y="2381"/>
                  <a:pt x="876110" y="3619"/>
                </a:cubicBezTo>
                <a:cubicBezTo>
                  <a:pt x="674561" y="399193"/>
                  <a:pt x="644652" y="865061"/>
                  <a:pt x="717899" y="1297400"/>
                </a:cubicBezTo>
                <a:cubicBezTo>
                  <a:pt x="798100" y="1771269"/>
                  <a:pt x="1003459" y="2213039"/>
                  <a:pt x="1233107" y="2631281"/>
                </a:cubicBezTo>
                <a:cubicBezTo>
                  <a:pt x="1468946" y="3060669"/>
                  <a:pt x="1735455" y="3473101"/>
                  <a:pt x="1949863" y="3914204"/>
                </a:cubicBezTo>
                <a:cubicBezTo>
                  <a:pt x="2151793" y="4329780"/>
                  <a:pt x="2307527" y="4774025"/>
                  <a:pt x="2330291" y="5238941"/>
                </a:cubicBezTo>
                <a:cubicBezTo>
                  <a:pt x="2332196" y="5278184"/>
                  <a:pt x="2333244" y="5317617"/>
                  <a:pt x="2333244" y="5357051"/>
                </a:cubicBezTo>
                <a:lnTo>
                  <a:pt x="0" y="6073426"/>
                </a:lnTo>
                <a:lnTo>
                  <a:pt x="0" y="0"/>
                </a:lnTo>
                <a:lnTo>
                  <a:pt x="878015" y="0"/>
                </a:lnTo>
                <a:close/>
              </a:path>
            </a:pathLst>
          </a:custGeom>
          <a:solidFill>
            <a:srgbClr val="C4C4C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id="{C2085C4A-E897-41AA-1CA5-41194C83089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2904100" cy="7559362"/>
          </a:xfrm>
          <a:custGeom>
            <a:avLst/>
            <a:gdLst>
              <a:gd name="connsiteX0" fmla="*/ 2333149 w 2333244"/>
              <a:gd name="connsiteY0" fmla="*/ 5357051 h 6073425"/>
              <a:gd name="connsiteX1" fmla="*/ 2225612 w 2333244"/>
              <a:gd name="connsiteY1" fmla="*/ 6073426 h 6073425"/>
              <a:gd name="connsiteX2" fmla="*/ 0 w 2333244"/>
              <a:gd name="connsiteY2" fmla="*/ 6073426 h 6073425"/>
              <a:gd name="connsiteX3" fmla="*/ 0 w 2333244"/>
              <a:gd name="connsiteY3" fmla="*/ 0 h 6073425"/>
              <a:gd name="connsiteX4" fmla="*/ 878015 w 2333244"/>
              <a:gd name="connsiteY4" fmla="*/ 0 h 6073425"/>
              <a:gd name="connsiteX5" fmla="*/ 876110 w 2333244"/>
              <a:gd name="connsiteY5" fmla="*/ 3619 h 6073425"/>
              <a:gd name="connsiteX6" fmla="*/ 717899 w 2333244"/>
              <a:gd name="connsiteY6" fmla="*/ 1297400 h 6073425"/>
              <a:gd name="connsiteX7" fmla="*/ 1233107 w 2333244"/>
              <a:gd name="connsiteY7" fmla="*/ 2631281 h 6073425"/>
              <a:gd name="connsiteX8" fmla="*/ 1949863 w 2333244"/>
              <a:gd name="connsiteY8" fmla="*/ 3914204 h 6073425"/>
              <a:gd name="connsiteX9" fmla="*/ 2330291 w 2333244"/>
              <a:gd name="connsiteY9" fmla="*/ 5238941 h 6073425"/>
              <a:gd name="connsiteX10" fmla="*/ 2333244 w 2333244"/>
              <a:gd name="connsiteY10" fmla="*/ 5357051 h 6073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33244" h="6073425">
                <a:moveTo>
                  <a:pt x="2333149" y="5357051"/>
                </a:moveTo>
                <a:cubicBezTo>
                  <a:pt x="2333149" y="5587175"/>
                  <a:pt x="2299716" y="5856447"/>
                  <a:pt x="2225612" y="6073426"/>
                </a:cubicBezTo>
                <a:cubicBezTo>
                  <a:pt x="877348" y="1238"/>
                  <a:pt x="876586" y="2381"/>
                  <a:pt x="876110" y="3619"/>
                </a:cubicBezTo>
                <a:cubicBezTo>
                  <a:pt x="674561" y="399193"/>
                  <a:pt x="644652" y="865061"/>
                  <a:pt x="717899" y="1297400"/>
                </a:cubicBezTo>
                <a:cubicBezTo>
                  <a:pt x="798100" y="1771269"/>
                  <a:pt x="1003459" y="2213039"/>
                  <a:pt x="1233107" y="2631281"/>
                </a:cubicBezTo>
                <a:cubicBezTo>
                  <a:pt x="1468946" y="3060669"/>
                  <a:pt x="1735455" y="3473101"/>
                  <a:pt x="1949863" y="3914204"/>
                </a:cubicBezTo>
                <a:cubicBezTo>
                  <a:pt x="2151793" y="4329780"/>
                  <a:pt x="2307527" y="4774025"/>
                  <a:pt x="2330291" y="5238941"/>
                </a:cubicBezTo>
                <a:cubicBezTo>
                  <a:pt x="2332196" y="5278184"/>
                  <a:pt x="2333244" y="5317617"/>
                  <a:pt x="2333244" y="5357051"/>
                </a:cubicBezTo>
                <a:lnTo>
                  <a:pt x="0" y="6073426"/>
                </a:lnTo>
                <a:lnTo>
                  <a:pt x="0" y="0"/>
                </a:lnTo>
                <a:lnTo>
                  <a:pt x="878015" y="0"/>
                </a:lnTo>
                <a:close/>
              </a:path>
            </a:pathLst>
          </a:custGeom>
          <a:solidFill>
            <a:srgbClr val="7474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Graphic 10">
            <a:extLst>
              <a:ext uri="{FF2B5EF4-FFF2-40B4-BE49-F238E27FC236}">
                <a16:creationId xmlns:a16="http://schemas.microsoft.com/office/drawing/2014/main" id="{93B4917C-9F14-B833-EEB5-25D4BECDA513}"/>
              </a:ext>
            </a:extLst>
          </p:cNvPr>
          <p:cNvSpPr/>
          <p:nvPr userDrawn="1"/>
        </p:nvSpPr>
        <p:spPr>
          <a:xfrm>
            <a:off x="0" y="0"/>
            <a:ext cx="3263900" cy="7559362"/>
          </a:xfrm>
          <a:custGeom>
            <a:avLst/>
            <a:gdLst>
              <a:gd name="connsiteX0" fmla="*/ 2444020 w 2605909"/>
              <a:gd name="connsiteY0" fmla="*/ 1162431 h 6035421"/>
              <a:gd name="connsiteX1" fmla="*/ 1756220 w 2605909"/>
              <a:gd name="connsiteY1" fmla="*/ 2387251 h 6035421"/>
              <a:gd name="connsiteX2" fmla="*/ 1101852 w 2605909"/>
              <a:gd name="connsiteY2" fmla="*/ 3630930 h 6035421"/>
              <a:gd name="connsiteX3" fmla="*/ 943166 w 2605909"/>
              <a:gd name="connsiteY3" fmla="*/ 4970145 h 6035421"/>
              <a:gd name="connsiteX4" fmla="*/ 1189958 w 2605909"/>
              <a:gd name="connsiteY4" fmla="*/ 6035421 h 6035421"/>
              <a:gd name="connsiteX5" fmla="*/ 0 w 2605909"/>
              <a:gd name="connsiteY5" fmla="*/ 6035421 h 6035421"/>
              <a:gd name="connsiteX6" fmla="*/ 0 w 2605909"/>
              <a:gd name="connsiteY6" fmla="*/ 0 h 6035421"/>
              <a:gd name="connsiteX7" fmla="*/ 2573846 w 2605909"/>
              <a:gd name="connsiteY7" fmla="*/ 0 h 6035421"/>
              <a:gd name="connsiteX8" fmla="*/ 2444020 w 2605909"/>
              <a:gd name="connsiteY8" fmla="*/ 1162431 h 603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05909" h="6035421">
                <a:moveTo>
                  <a:pt x="2444020" y="1162431"/>
                </a:moveTo>
                <a:cubicBezTo>
                  <a:pt x="2280095" y="1604486"/>
                  <a:pt x="2014061" y="1995869"/>
                  <a:pt x="1756220" y="2387251"/>
                </a:cubicBezTo>
                <a:cubicBezTo>
                  <a:pt x="1497425" y="2779871"/>
                  <a:pt x="1247013" y="3180302"/>
                  <a:pt x="1101852" y="3630930"/>
                </a:cubicBezTo>
                <a:cubicBezTo>
                  <a:pt x="963263" y="4061841"/>
                  <a:pt x="910781" y="4518851"/>
                  <a:pt x="943166" y="4970145"/>
                </a:cubicBezTo>
                <a:cubicBezTo>
                  <a:pt x="969359" y="5335239"/>
                  <a:pt x="1052132" y="5696331"/>
                  <a:pt x="1189958" y="6035421"/>
                </a:cubicBezTo>
                <a:cubicBezTo>
                  <a:pt x="2651570" y="387096"/>
                  <a:pt x="2580132" y="795338"/>
                  <a:pt x="2444020" y="1162431"/>
                </a:cubicBezTo>
                <a:lnTo>
                  <a:pt x="0" y="6035421"/>
                </a:lnTo>
                <a:lnTo>
                  <a:pt x="0" y="0"/>
                </a:lnTo>
                <a:lnTo>
                  <a:pt x="2573846" y="0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8631D1-2090-6593-7B25-5419D99F133A}"/>
              </a:ext>
            </a:extLst>
          </p:cNvPr>
          <p:cNvGrpSpPr/>
          <p:nvPr userDrawn="1"/>
        </p:nvGrpSpPr>
        <p:grpSpPr>
          <a:xfrm>
            <a:off x="1343820" y="-22717"/>
            <a:ext cx="2324237" cy="7582392"/>
            <a:chOff x="1343820" y="-22717"/>
            <a:chExt cx="2315599" cy="7554213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70819D5-2245-D9B3-999A-26E1A3F69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38520" y="-22717"/>
              <a:ext cx="2120899" cy="755421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C214F12-9E84-7340-6A98-ACF79E597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43820" y="-22717"/>
              <a:ext cx="2120899" cy="75542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050677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/>
        </p:nvSpPr>
        <p:spPr>
          <a:xfrm>
            <a:off x="436596" y="877070"/>
            <a:ext cx="4321490" cy="3947923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78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79727" y="2154167"/>
            <a:ext cx="3794294" cy="1079940"/>
          </a:xfrm>
        </p:spPr>
        <p:txBody>
          <a:bodyPr/>
          <a:lstStyle>
            <a:lvl1pPr>
              <a:defRPr sz="263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79727" y="3357826"/>
            <a:ext cx="3794294" cy="1153377"/>
          </a:xfrm>
        </p:spPr>
        <p:txBody>
          <a:bodyPr/>
          <a:lstStyle>
            <a:lvl1pPr marL="0" indent="0" algn="l">
              <a:spcAft>
                <a:spcPts val="1052"/>
              </a:spcAft>
              <a:buNone/>
              <a:defRPr sz="1753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402" b="1">
                <a:solidFill>
                  <a:srgbClr val="404040"/>
                </a:solidFill>
              </a:defRPr>
            </a:lvl2pPr>
            <a:lvl3pPr marL="80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2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3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5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C8422AE9-8257-41A9-AB41-1F10585C886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4702" y="5468515"/>
            <a:ext cx="1074190" cy="1581932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D19659BD-653C-4300-9060-420AFAE39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4669336-72A1-4233-827A-C41AB4C1CC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moveTo>
                    <a:pt x="151" y="1810"/>
                  </a:moveTo>
                  <a:moveTo>
                    <a:pt x="150" y="1673"/>
                  </a:moveTo>
                  <a:moveTo>
                    <a:pt x="296" y="1764"/>
                  </a:moveTo>
                  <a:moveTo>
                    <a:pt x="1135" y="1860"/>
                  </a:moveTo>
                  <a:moveTo>
                    <a:pt x="593" y="1742"/>
                  </a:moveTo>
                  <a:moveTo>
                    <a:pt x="641" y="1573"/>
                  </a:moveTo>
                  <a:moveTo>
                    <a:pt x="871" y="1654"/>
                  </a:moveTo>
                  <a:moveTo>
                    <a:pt x="832" y="1815"/>
                  </a:moveTo>
                  <a:moveTo>
                    <a:pt x="2069" y="1633"/>
                  </a:moveTo>
                  <a:moveTo>
                    <a:pt x="2059" y="1684"/>
                  </a:moveTo>
                  <a:moveTo>
                    <a:pt x="1445" y="1654"/>
                  </a:moveTo>
                  <a:moveTo>
                    <a:pt x="1445" y="1706"/>
                  </a:moveTo>
                  <a:moveTo>
                    <a:pt x="1671" y="1693"/>
                  </a:moveTo>
                  <a:moveTo>
                    <a:pt x="1686" y="1786"/>
                  </a:moveTo>
                  <a:moveTo>
                    <a:pt x="2333" y="1796"/>
                  </a:moveTo>
                  <a:moveTo>
                    <a:pt x="2242" y="1726"/>
                  </a:moveTo>
                  <a:moveTo>
                    <a:pt x="2864" y="1796"/>
                  </a:moveTo>
                  <a:moveTo>
                    <a:pt x="2771" y="1726"/>
                  </a:moveTo>
                  <a:moveTo>
                    <a:pt x="2639" y="1783"/>
                  </a:moveTo>
                  <a:moveTo>
                    <a:pt x="2532" y="1855"/>
                  </a:moveTo>
                  <a:moveTo>
                    <a:pt x="3074" y="1700"/>
                  </a:moveTo>
                  <a:moveTo>
                    <a:pt x="593" y="1579"/>
                  </a:moveTo>
                  <a:moveTo>
                    <a:pt x="975" y="1639"/>
                  </a:moveTo>
                  <a:moveTo>
                    <a:pt x="1030" y="1579"/>
                  </a:moveTo>
                  <a:moveTo>
                    <a:pt x="2539" y="2042"/>
                  </a:moveTo>
                  <a:moveTo>
                    <a:pt x="2501" y="2203"/>
                  </a:moveTo>
                  <a:moveTo>
                    <a:pt x="672" y="2089"/>
                  </a:moveTo>
                  <a:moveTo>
                    <a:pt x="241" y="2027"/>
                  </a:moveTo>
                  <a:moveTo>
                    <a:pt x="406" y="2021"/>
                  </a:moveTo>
                  <a:moveTo>
                    <a:pt x="406" y="2202"/>
                  </a:moveTo>
                  <a:moveTo>
                    <a:pt x="2269" y="2089"/>
                  </a:moveTo>
                  <a:moveTo>
                    <a:pt x="1836" y="2027"/>
                  </a:moveTo>
                  <a:moveTo>
                    <a:pt x="2002" y="2021"/>
                  </a:moveTo>
                  <a:moveTo>
                    <a:pt x="2002" y="2202"/>
                  </a:moveTo>
                  <a:moveTo>
                    <a:pt x="837" y="2100"/>
                  </a:moveTo>
                  <a:moveTo>
                    <a:pt x="1097" y="2249"/>
                  </a:moveTo>
                  <a:moveTo>
                    <a:pt x="1408" y="2042"/>
                  </a:moveTo>
                  <a:moveTo>
                    <a:pt x="1408" y="2094"/>
                  </a:moveTo>
                  <a:moveTo>
                    <a:pt x="938" y="2027"/>
                  </a:moveTo>
                  <a:moveTo>
                    <a:pt x="993" y="1967"/>
                  </a:moveTo>
                  <a:moveTo>
                    <a:pt x="2309" y="1962"/>
                  </a:moveTo>
                  <a:moveTo>
                    <a:pt x="397" y="757"/>
                  </a:moveTo>
                  <a:moveTo>
                    <a:pt x="1690" y="0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</p:spTree>
    <p:extLst>
      <p:ext uri="{BB962C8B-B14F-4D97-AF65-F5344CB8AC3E}">
        <p14:creationId xmlns:p14="http://schemas.microsoft.com/office/powerpoint/2010/main" val="74697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<Relationships xmlns="http://schemas.openxmlformats.org/package/2006/relationships"><Relationship Id="rId13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87.xml"/><Relationship Id="rId3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82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86.xml"/><Relationship Id="rId3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0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85.xml"/><Relationship Id="rId32" Type="http://schemas.openxmlformats.org/officeDocument/2006/relationships/slideLayout" Target="../slideLayouts/slideLayout93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92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8.xml"/><Relationship Id="rId30" Type="http://schemas.openxmlformats.org/officeDocument/2006/relationships/slideLayout" Target="../slideLayouts/slideLayout91.xml"/><Relationship Id="rId8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13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591" y="1254346"/>
            <a:ext cx="9622632" cy="54541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2450" y="7133348"/>
            <a:ext cx="1044134" cy="19841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801472" rtl="0" eaLnBrk="1" latinLnBrk="0" hangingPunct="1">
              <a:defRPr lang="en-IN" sz="701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fld id="{DAD400B9-C497-4CB6-BBCC-A1D96E446387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9138" y="7133348"/>
            <a:ext cx="2704956" cy="19841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801472" rtl="0" eaLnBrk="1" latinLnBrk="0" hangingPunct="1">
              <a:defRPr lang="en-IN" sz="701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endParaRPr lang="en-GB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992" y="7133348"/>
            <a:ext cx="581175" cy="19841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801472" rtl="0" eaLnBrk="1" latinLnBrk="0" hangingPunct="1">
              <a:defRPr lang="en-IN" sz="701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fld id="{51F28C6B-BC89-47D0-8820-8956A72C0CCE}" type="slidenum">
              <a:rPr lang="en-GB" smtClean="0"/>
              <a:t>‹#›</a:t>
            </a:fld>
            <a:endParaRPr lang="en-GB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893128" y="7006699"/>
            <a:ext cx="265765" cy="342985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303D6A76-0837-4695-8F12-1C2D4292EA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3"/>
            </p:custDataLst>
            <p:extLst>
              <p:ext uri="{D42A27DB-BD31-4B8C-83A1-F6EECF244321}">
                <p14:modId xmlns:p14="http://schemas.microsoft.com/office/powerpoint/2010/main" val="1296832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4" imgW="395" imgH="396" progId="TCLayout.ActiveDocument.1">
                  <p:embed/>
                </p:oleObj>
              </mc:Choice>
              <mc:Fallback>
                <p:oleObj name="think-cell Slide" r:id="rId64" imgW="395" imgH="396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303D6A76-0837-4695-8F12-1C2D4292EA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423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  <p:sldLayoutId id="2147483751" r:id="rId50"/>
    <p:sldLayoutId id="2147483752" r:id="rId51"/>
    <p:sldLayoutId id="2147483753" r:id="rId52"/>
    <p:sldLayoutId id="2147483691" r:id="rId53"/>
    <p:sldLayoutId id="2147483692" r:id="rId54"/>
    <p:sldLayoutId id="2147483693" r:id="rId55"/>
    <p:sldLayoutId id="2147483694" r:id="rId56"/>
    <p:sldLayoutId id="2147483699" r:id="rId57"/>
    <p:sldLayoutId id="2147483700" r:id="rId58"/>
    <p:sldLayoutId id="2147483696" r:id="rId59"/>
    <p:sldLayoutId id="2147483697" r:id="rId60"/>
    <p:sldLayoutId id="2147483698" r:id="rId61"/>
  </p:sldLayoutIdLst>
  <p:txStyles>
    <p:titleStyle>
      <a:lvl1pPr algn="l" defTabSz="801472" rtl="0" eaLnBrk="1" latinLnBrk="0" hangingPunct="1">
        <a:lnSpc>
          <a:spcPct val="85000"/>
        </a:lnSpc>
        <a:spcBef>
          <a:spcPct val="0"/>
        </a:spcBef>
        <a:buNone/>
        <a:defRPr sz="2104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12574" indent="-312574" algn="l" defTabSz="801472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53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625148" indent="-312574" algn="l" defTabSz="801472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7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937722" indent="-312574" algn="l" defTabSz="801472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2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250296" indent="-312574" algn="l" defTabSz="801472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27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562870" indent="-312574" algn="l" defTabSz="801472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052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204047" indent="-200368" algn="l" defTabSz="801472" rtl="0" eaLnBrk="1" latinLnBrk="0" hangingPunct="1">
        <a:spcBef>
          <a:spcPct val="20000"/>
        </a:spcBef>
        <a:buFont typeface="Arial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6pPr>
      <a:lvl7pPr marL="2604783" indent="-200368" algn="l" defTabSz="801472" rtl="0" eaLnBrk="1" latinLnBrk="0" hangingPunct="1">
        <a:spcBef>
          <a:spcPct val="20000"/>
        </a:spcBef>
        <a:buFont typeface="Arial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7pPr>
      <a:lvl8pPr marL="3005519" indent="-200368" algn="l" defTabSz="801472" rtl="0" eaLnBrk="1" latinLnBrk="0" hangingPunct="1">
        <a:spcBef>
          <a:spcPct val="20000"/>
        </a:spcBef>
        <a:buFont typeface="Arial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8pPr>
      <a:lvl9pPr marL="3406254" indent="-200368" algn="l" defTabSz="801472" rtl="0" eaLnBrk="1" latinLnBrk="0" hangingPunct="1">
        <a:spcBef>
          <a:spcPct val="20000"/>
        </a:spcBef>
        <a:buFont typeface="Arial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1pPr>
      <a:lvl2pPr marL="400736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2pPr>
      <a:lvl3pPr marL="801472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3pPr>
      <a:lvl4pPr marL="1202207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602943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003679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404415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2805151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205886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591" y="324301"/>
            <a:ext cx="9622632" cy="6513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591" y="1254346"/>
            <a:ext cx="9622632" cy="54541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FA7D49F-D989-4CDB-9335-913430F74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2450" y="7133348"/>
            <a:ext cx="1044134" cy="198417"/>
          </a:xfrm>
          <a:prstGeom prst="rect">
            <a:avLst/>
          </a:prstGeom>
        </p:spPr>
        <p:txBody>
          <a:bodyPr/>
          <a:lstStyle>
            <a:lvl1pPr marL="0" algn="l" defTabSz="801472" rtl="0" eaLnBrk="1" latinLnBrk="0" hangingPunct="1">
              <a:defRPr lang="en-US" sz="701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fld id="{A7100257-1BC6-4873-8F55-DA97C4F73818}" type="datetime3">
              <a:rPr lang="en-US" smtClean="0"/>
              <a:t>14 February 2025</a:t>
            </a:fld>
            <a:endParaRPr lang="en-IN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26944631-E8AF-4601-B721-3347E3AFB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9138" y="7133348"/>
            <a:ext cx="2704956" cy="198417"/>
          </a:xfrm>
          <a:prstGeom prst="rect">
            <a:avLst/>
          </a:prstGeom>
        </p:spPr>
        <p:txBody>
          <a:bodyPr/>
          <a:lstStyle>
            <a:lvl1pPr marL="0" algn="l" defTabSz="801472" rtl="0" eaLnBrk="1" latinLnBrk="0" hangingPunct="1">
              <a:defRPr lang="en-US" sz="701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 dirty="0"/>
              <a:t>Presentation title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1E733AAD-1BCD-417D-A2A4-521F133E2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992" y="7133348"/>
            <a:ext cx="581175" cy="198417"/>
          </a:xfrm>
          <a:prstGeom prst="rect">
            <a:avLst/>
          </a:prstGeom>
        </p:spPr>
        <p:txBody>
          <a:bodyPr/>
          <a:lstStyle>
            <a:lvl1pPr marL="0" algn="l" defTabSz="801472" rtl="0" eaLnBrk="1" latinLnBrk="0" hangingPunct="1">
              <a:defRPr lang="en-GB" sz="701" kern="1200" smtClean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IN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7E89FB01-0304-4B7A-83F4-087FD710583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893128" y="7006699"/>
            <a:ext cx="265765" cy="342985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4DE1CE93-8A80-4A24-92CA-71C05E453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69AC85D-6BA0-4E5B-A206-FB7E85E0D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5A99D1FF-A731-4C56-AEC5-4C61FAC74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578" dirty="0"/>
            </a:p>
          </p:txBody>
        </p:sp>
      </p:grpSp>
    </p:spTree>
    <p:extLst>
      <p:ext uri="{BB962C8B-B14F-4D97-AF65-F5344CB8AC3E}">
        <p14:creationId xmlns:p14="http://schemas.microsoft.com/office/powerpoint/2010/main" val="33815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7" r:id="rId31"/>
    <p:sldLayoutId id="2147483786" r:id="rId32"/>
    <p:sldLayoutId id="2147483785" r:id="rId33"/>
  </p:sldLayoutIdLst>
  <p:hf hdr="0"/>
  <p:txStyles>
    <p:titleStyle>
      <a:lvl1pPr algn="l" defTabSz="801472" rtl="0" eaLnBrk="1" latinLnBrk="0" hangingPunct="1">
        <a:lnSpc>
          <a:spcPct val="85000"/>
        </a:lnSpc>
        <a:spcBef>
          <a:spcPct val="0"/>
        </a:spcBef>
        <a:buNone/>
        <a:defRPr sz="2104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12574" indent="-312574" algn="l" defTabSz="801472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53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625148" indent="-312574" algn="l" defTabSz="801472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78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937722" indent="-312574" algn="l" defTabSz="801472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402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250296" indent="-312574" algn="l" defTabSz="801472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227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562870" indent="-312574" algn="l" defTabSz="801472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052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204047" indent="-200368" algn="l" defTabSz="801472" rtl="0" eaLnBrk="1" latinLnBrk="0" hangingPunct="1">
        <a:spcBef>
          <a:spcPct val="20000"/>
        </a:spcBef>
        <a:buFont typeface="Arial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6pPr>
      <a:lvl7pPr marL="2604783" indent="-200368" algn="l" defTabSz="801472" rtl="0" eaLnBrk="1" latinLnBrk="0" hangingPunct="1">
        <a:spcBef>
          <a:spcPct val="20000"/>
        </a:spcBef>
        <a:buFont typeface="Arial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7pPr>
      <a:lvl8pPr marL="3005519" indent="-200368" algn="l" defTabSz="801472" rtl="0" eaLnBrk="1" latinLnBrk="0" hangingPunct="1">
        <a:spcBef>
          <a:spcPct val="20000"/>
        </a:spcBef>
        <a:buFont typeface="Arial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8pPr>
      <a:lvl9pPr marL="3406254" indent="-200368" algn="l" defTabSz="801472" rtl="0" eaLnBrk="1" latinLnBrk="0" hangingPunct="1">
        <a:spcBef>
          <a:spcPct val="20000"/>
        </a:spcBef>
        <a:buFont typeface="Arial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1pPr>
      <a:lvl2pPr marL="400736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2pPr>
      <a:lvl3pPr marL="801472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3pPr>
      <a:lvl4pPr marL="1202207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602943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003679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404415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2805151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205886" algn="l" defTabSz="801472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1.xml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8FCFA1-3C97-B600-BABB-82F77A24DC9C}"/>
              </a:ext>
            </a:extLst>
          </p:cNvPr>
          <p:cNvSpPr/>
          <p:nvPr/>
        </p:nvSpPr>
        <p:spPr>
          <a:xfrm>
            <a:off x="1194" y="-2"/>
            <a:ext cx="2627705" cy="755967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1B10C-6A3E-BA03-C095-E624C3476328}"/>
              </a:ext>
            </a:extLst>
          </p:cNvPr>
          <p:cNvSpPr txBox="1">
            <a:spLocks/>
          </p:cNvSpPr>
          <p:nvPr/>
        </p:nvSpPr>
        <p:spPr>
          <a:xfrm>
            <a:off x="3682722" y="6771226"/>
            <a:ext cx="6259181" cy="276999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GB" sz="1800" b="0" dirty="0">
                <a:solidFill>
                  <a:schemeClr val="bg1"/>
                </a:solidFill>
                <a:latin typeface="EYInterstate" panose="02000503020000020004" pitchFamily="2" charset="0"/>
              </a:rPr>
              <a:t>Don’t just predict the future. Build a better one. </a:t>
            </a:r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3DF2E54-6CBC-DD45-82D7-CCEDE8387CF1}"/>
              </a:ext>
            </a:extLst>
          </p:cNvPr>
          <p:cNvSpPr>
            <a:spLocks/>
          </p:cNvSpPr>
          <p:nvPr/>
        </p:nvSpPr>
        <p:spPr bwMode="auto">
          <a:xfrm>
            <a:off x="4804919" y="797243"/>
            <a:ext cx="4014786" cy="35530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0794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This is to certify that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8" name="Title 35">
            <a:extLst>
              <a:ext uri="{FF2B5EF4-FFF2-40B4-BE49-F238E27FC236}">
                <a16:creationId xmlns:a16="http://schemas.microsoft.com/office/drawing/2014/main" id="{A6CE1489-4E46-9358-573B-6A61FCA2DA3A}"/>
              </a:ext>
            </a:extLst>
          </p:cNvPr>
          <p:cNvSpPr txBox="1">
            <a:spLocks/>
          </p:cNvSpPr>
          <p:nvPr/>
        </p:nvSpPr>
        <p:spPr>
          <a:xfrm>
            <a:off x="3680805" y="1414319"/>
            <a:ext cx="6263014" cy="5742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801472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500" b="1" kern="1200">
                <a:solidFill>
                  <a:schemeClr val="bg1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endParaRPr lang="en-US" dirty="0">
              <a:latin typeface="EYInterstate Light" panose="02000506000000020004" pitchFamily="2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8328F0-9996-C813-DF8A-05E83123EFE8}"/>
              </a:ext>
            </a:extLst>
          </p:cNvPr>
          <p:cNvSpPr txBox="1">
            <a:spLocks/>
          </p:cNvSpPr>
          <p:nvPr/>
        </p:nvSpPr>
        <p:spPr>
          <a:xfrm>
            <a:off x="3680805" y="2386696"/>
            <a:ext cx="6263014" cy="928572"/>
          </a:xfrm>
          <a:prstGeom prst="rect">
            <a:avLst/>
          </a:prstGeom>
        </p:spPr>
        <p:txBody>
          <a:bodyPr vert="horz" lIns="80189" tIns="40095" rIns="80189" bIns="40095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07943">
              <a:lnSpc>
                <a:spcPct val="100000"/>
              </a:lnSpc>
              <a:spcBef>
                <a:spcPct val="0"/>
              </a:spcBef>
            </a:pPr>
            <a:r>
              <a:rPr lang="en-IN" dirty="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+mj-cs"/>
              </a:rPr>
              <a:t>successfully completed the </a:t>
            </a:r>
            <a:r>
              <a:rPr lang="en-IN" dirty="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+mj-cs"/>
              </a:rPr>
              <a:t>202</a:t>
            </a:r>
            <a:r>
              <a:rPr lang="pl-PL" dirty="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+mj-cs"/>
              </a:rPr>
              <a:t>5</a:t>
            </a:r>
            <a:r>
              <a:rPr lang="en-IN" dirty="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+mj-cs"/>
              </a:rPr>
              <a:t> </a:t>
            </a:r>
            <a:r>
              <a:rPr lang="pl-PL" dirty="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+mj-cs"/>
              </a:rPr>
              <a:t>EY Open Science AI &amp; Data Challenge</a:t>
            </a:r>
            <a:r>
              <a:rPr lang="en-GB" dirty="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+mj-cs"/>
              </a:rPr>
              <a:t>.</a:t>
            </a:r>
            <a:br>
              <a:rPr lang="en-IN" dirty="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+mj-cs"/>
              </a:rPr>
            </a:b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78308-D202-DBC5-98CF-8C8B570442F8}"/>
              </a:ext>
            </a:extLst>
          </p:cNvPr>
          <p:cNvSpPr txBox="1">
            <a:spLocks/>
          </p:cNvSpPr>
          <p:nvPr/>
        </p:nvSpPr>
        <p:spPr>
          <a:xfrm>
            <a:off x="3151029" y="5205508"/>
            <a:ext cx="330778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1600" b="1" dirty="0">
                <a:solidFill>
                  <a:schemeClr val="bg1"/>
                </a:solidFill>
                <a:latin typeface="EYInterstate Light" panose="02000506000000020004" pitchFamily="2" charset="0"/>
              </a:rPr>
              <a:t>Catherine McCourt</a:t>
            </a:r>
            <a:endParaRPr lang="en-GB" sz="1600" b="1" dirty="0">
              <a:solidFill>
                <a:schemeClr val="bg1"/>
              </a:solidFill>
              <a:latin typeface="EYInterstate Light" panose="02000506000000020004" pitchFamily="2" charset="0"/>
            </a:endParaRPr>
          </a:p>
          <a:p>
            <a:pPr algn="ctr"/>
            <a:r>
              <a:rPr lang="en-GB" sz="1400" dirty="0">
                <a:solidFill>
                  <a:schemeClr val="bg1"/>
                </a:solidFill>
                <a:latin typeface="EYInterstate Light" panose="02000506000000020004" pitchFamily="2" charset="0"/>
              </a:rPr>
              <a:t>EY Global </a:t>
            </a:r>
            <a:r>
              <a:rPr lang="pl-PL" sz="1400" dirty="0">
                <a:solidFill>
                  <a:schemeClr val="bg1"/>
                </a:solidFill>
                <a:latin typeface="EYInterstate Light" panose="02000506000000020004" pitchFamily="2" charset="0"/>
              </a:rPr>
              <a:t>Technology Consulting </a:t>
            </a:r>
            <a:r>
              <a:rPr lang="en-GB" sz="1400" dirty="0">
                <a:solidFill>
                  <a:schemeClr val="bg1"/>
                </a:solidFill>
                <a:latin typeface="EYInterstate Light" panose="02000506000000020004" pitchFamily="2" charset="0"/>
              </a:rPr>
              <a:t> Leader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91AB0F5F-DF2A-0AD2-6293-4683FB75395D}"/>
              </a:ext>
            </a:extLst>
          </p:cNvPr>
          <p:cNvSpPr txBox="1">
            <a:spLocks/>
          </p:cNvSpPr>
          <p:nvPr/>
        </p:nvSpPr>
        <p:spPr>
          <a:xfrm>
            <a:off x="668074" y="6804892"/>
            <a:ext cx="1293944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/>
              <a:t>© 202</a:t>
            </a:r>
            <a:r>
              <a:rPr lang="pl-PL" sz="800" dirty="0"/>
              <a:t>5</a:t>
            </a:r>
            <a:r>
              <a:rPr lang="en-US" sz="800" dirty="0"/>
              <a:t> EYGM Limited. </a:t>
            </a:r>
            <a:r>
              <a:rPr lang="en-US" sz="800" dirty="0"/>
              <a:t>All Rights Reserved.</a:t>
            </a:r>
            <a:br>
              <a:rPr lang="en-US" sz="800" dirty="0"/>
            </a:br>
            <a:endParaRPr lang="en-GB" sz="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600B24-85FE-AC8A-9904-8B8062DDF449}"/>
              </a:ext>
            </a:extLst>
          </p:cNvPr>
          <p:cNvSpPr/>
          <p:nvPr/>
        </p:nvSpPr>
        <p:spPr>
          <a:xfrm>
            <a:off x="2628898" y="-1"/>
            <a:ext cx="177231" cy="7559676"/>
          </a:xfrm>
          <a:prstGeom prst="rect">
            <a:avLst/>
          </a:prstGeom>
          <a:solidFill>
            <a:srgbClr val="C4C4C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pl-PL" sz="12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1312AD-9B56-1C60-7BD2-06FF58B97A38}"/>
              </a:ext>
            </a:extLst>
          </p:cNvPr>
          <p:cNvSpPr/>
          <p:nvPr/>
        </p:nvSpPr>
        <p:spPr>
          <a:xfrm>
            <a:off x="2801323" y="0"/>
            <a:ext cx="177231" cy="7559673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pl-PL" sz="12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3213F-C442-1A07-2609-EF42D2616734}"/>
              </a:ext>
            </a:extLst>
          </p:cNvPr>
          <p:cNvSpPr txBox="1">
            <a:spLocks/>
          </p:cNvSpPr>
          <p:nvPr/>
        </p:nvSpPr>
        <p:spPr>
          <a:xfrm>
            <a:off x="6711646" y="5205508"/>
            <a:ext cx="330778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EYInterstate Light" panose="02000506000000020004" pitchFamily="2" charset="0"/>
              </a:rPr>
              <a:t>Brian Killough, PhD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EYInterstate Light" panose="02000506000000020004" pitchFamily="2" charset="0"/>
              </a:rPr>
              <a:t>EY Open Science AI &amp; Data Challenge Program Director</a:t>
            </a:r>
          </a:p>
        </p:txBody>
      </p:sp>
      <p:sp>
        <p:nvSpPr>
          <p:cNvPr id="1" name="Text 1"/>
          <p:cNvSpPr txBox="1"/>
          <p:nvPr/>
        </p:nvSpPr>
        <p:spPr>
          <a:xfrm>
            <a:off x="5524500" y="1651000"/>
            <a:ext cx="2540000" cy="381000"/>
          </a:xfrm>
          <a:prstGeom prst="rect">
            <a:avLst/>
          </a:prstGeom>
          <a:noFill/>
        </p:spPr>
        <p:txBody>
          <a:bodyPr rtlCol="0" lIns="0" tIns="0" rIns="0" bIns="0" wrap="none" anchor="ctr"/>
          <a:lstStyle/>
          <a:p>
            <a:pPr algn="ctr"/>
            <a:r>
              <a:rPr lang="en-US" smtClean="0" sz="3200" b="1">
                <a:solidFill>
                  <a:srgbClr val="2E2E38"/>
                </a:solidFill>
                <a:latin typeface="EYInterstate Light (Body)" pitchFamily="0" charset="0"/>
                <a:cs typeface="EYInterstate Light (Body)" pitchFamily="0" charset="0"/>
              </a:rPr>
              <a:t>Dipesh Paudel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BFDC6A-DFDA-EB1D-DF03-C5B1E160FE68}"/>
              </a:ext>
            </a:extLst>
          </p:cNvPr>
          <p:cNvCxnSpPr>
            <a:cxnSpLocks/>
          </p:cNvCxnSpPr>
          <p:nvPr/>
        </p:nvCxnSpPr>
        <p:spPr>
          <a:xfrm>
            <a:off x="3680805" y="2188602"/>
            <a:ext cx="6263014" cy="0"/>
          </a:xfrm>
          <a:prstGeom prst="line">
            <a:avLst/>
          </a:prstGeom>
          <a:ln w="12700">
            <a:solidFill>
              <a:srgbClr val="747480"/>
            </a:solidFill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B2BA2E-06CA-3778-D428-0CC3E4F7F0D8}"/>
              </a:ext>
            </a:extLst>
          </p:cNvPr>
          <p:cNvCxnSpPr>
            <a:cxnSpLocks/>
          </p:cNvCxnSpPr>
          <p:nvPr/>
        </p:nvCxnSpPr>
        <p:spPr>
          <a:xfrm>
            <a:off x="3645083" y="5140789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6FACFB-26DE-0925-A2A8-9C2E4E863C04}"/>
              </a:ext>
            </a:extLst>
          </p:cNvPr>
          <p:cNvCxnSpPr>
            <a:cxnSpLocks/>
          </p:cNvCxnSpPr>
          <p:nvPr/>
        </p:nvCxnSpPr>
        <p:spPr>
          <a:xfrm>
            <a:off x="7146325" y="5140789"/>
            <a:ext cx="2433800" cy="0"/>
          </a:xfrm>
          <a:prstGeom prst="line">
            <a:avLst/>
          </a:prstGeom>
          <a:ln w="12700">
            <a:solidFill>
              <a:srgbClr val="7474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1710EDCC-34CE-B1A2-4FE4-324EE8D16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21" y="416229"/>
            <a:ext cx="1063049" cy="1157463"/>
          </a:xfrm>
          <a:prstGeom prst="rect">
            <a:avLst/>
          </a:prstGeom>
        </p:spPr>
      </p:pic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607639F-3825-179F-7E24-46908538C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815" y="4427290"/>
            <a:ext cx="2324100" cy="723900"/>
          </a:xfrm>
          <a:prstGeom prst="rect">
            <a:avLst/>
          </a:prstGeom>
        </p:spPr>
      </p:pic>
      <p:pic>
        <p:nvPicPr>
          <p:cNvPr id="14" name="Picture 13" descr="A black and white drawing of a circle&#10;&#10;Description automatically generated">
            <a:extLst>
              <a:ext uri="{FF2B5EF4-FFF2-40B4-BE49-F238E27FC236}">
                <a16:creationId xmlns:a16="http://schemas.microsoft.com/office/drawing/2014/main" id="{95C4C7D3-D659-F544-44D2-D286415FD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444" y="4270105"/>
            <a:ext cx="1995478" cy="70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428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Y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Y" id="{228E2B07-127F-4EFA-BB7B-042DF1A2D2B4}" vid="{129C5A64-0341-48F8-B982-E0BC87278477}"/>
    </a:ext>
  </a:extLst>
</a:theme>
</file>

<file path=ppt/theme/theme2.xml><?xml version="1.0" encoding="utf-8"?>
<a:theme xmlns:a="http://schemas.openxmlformats.org/drawingml/2006/main" name="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30A2D8000E9D4B8D7CE6D2E613C6F5" ma:contentTypeVersion="13" ma:contentTypeDescription="Create a new document." ma:contentTypeScope="" ma:versionID="5938e4ef7e56987ce38f2f8822d6490a">
  <xsd:schema xmlns:xsd="http://www.w3.org/2001/XMLSchema" xmlns:xs="http://www.w3.org/2001/XMLSchema" xmlns:p="http://schemas.microsoft.com/office/2006/metadata/properties" xmlns:ns2="6ea77fff-9a19-4023-9969-55be1f39f3a5" xmlns:ns3="ae2d13b0-d45e-4147-aff9-04bb18fdf11b" targetNamespace="http://schemas.microsoft.com/office/2006/metadata/properties" ma:root="true" ma:fieldsID="3d0e8946dd47530e1b03402afc81f8c7" ns2:_="" ns3:_="">
    <xsd:import namespace="6ea77fff-9a19-4023-9969-55be1f39f3a5"/>
    <xsd:import namespace="ae2d13b0-d45e-4147-aff9-04bb18fdf1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77fff-9a19-4023-9969-55be1f39f3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d13b0-d45e-4147-aff9-04bb18fdf11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38fe6c9-e26f-4ea7-b7ae-699701361c00}" ma:internalName="TaxCatchAll" ma:showField="CatchAllData" ma:web="ae2d13b0-d45e-4147-aff9-04bb18fdf1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  <xs:attribute name="EntityNamespace" type="xs:string"/>
    <xs:attribute name="EntityName" type="xs:string"/>
    <xs:attribute name="SystemInstanceName" type="xs:string"/>
    <xs:attribute name="AssociationName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2d13b0-d45e-4147-aff9-04bb18fdf11b" xsi:nil="true"/>
    <lcf76f155ced4ddcb4097134ff3c332f xmlns="6ea77fff-9a19-4023-9969-55be1f39f3a5">
      <Terms xmlns="http://schemas.microsoft.com/office/infopath/2007/PartnerControls"/>
    </lcf76f155ced4ddcb4097134ff3c332f>
    <SharedWithUsers xmlns="ae2d13b0-d45e-4147-aff9-04bb18fdf11b">
      <UserInfo>
        <DisplayName/>
        <AccountId xsi:nil="true"/>
        <AccountType/>
      </UserInfo>
    </SharedWithUsers>
    <MediaLengthInSeconds xmlns="6ea77fff-9a19-4023-9969-55be1f39f3a5" xsi:nil="true"/>
  </documentManagement>
</p:properties>
</file>

<file path=customXml/itemProps1.xml><?xml version="1.0" encoding="utf-8"?>
<ds:datastoreItem xmlns:ds="http://schemas.openxmlformats.org/officeDocument/2006/customXml" ds:itemID="{F70E37C4-81A6-4FF6-889B-12FF1A95A3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1F701D-06E5-46A4-B451-CACF89BE20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a77fff-9a19-4023-9969-55be1f39f3a5"/>
    <ds:schemaRef ds:uri="ae2d13b0-d45e-4147-aff9-04bb18fdf1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EF11E8-5335-49BB-9BB1-EBCDE4F8353F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6ea77fff-9a19-4023-9969-55be1f39f3a5"/>
    <ds:schemaRef ds:uri="ae2d13b0-d45e-4147-aff9-04bb18fdf11b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EY</Template>
  <TotalTime>0</TotalTime>
  <Words>61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EYInterstate</vt:lpstr>
      <vt:lpstr>EYInterstate Light</vt:lpstr>
      <vt:lpstr>Georgia</vt:lpstr>
      <vt:lpstr>Segoe UI</vt:lpstr>
      <vt:lpstr>EY</vt:lpstr>
      <vt:lpstr>EY light background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to certify that</dc:title>
  <dc:creator>Paula Smedley</dc:creator>
  <cp:lastModifiedBy>Anna Biel</cp:lastModifiedBy>
  <cp:revision>17</cp:revision>
  <dcterms:created xsi:type="dcterms:W3CDTF">2021-08-20T09:01:46Z</dcterms:created>
  <dcterms:modified xsi:type="dcterms:W3CDTF">2025-02-14T12:00:13Z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0x010100D930A2D8000E9D4B8D7CE6D2E613C6F5</vt:lpwstr>
  </property>
  <property fmtid="{D5CDD505-2E9C-101B-9397-08002B2CF9AE}" pid="3" name="Order">
    <vt:r8>134800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